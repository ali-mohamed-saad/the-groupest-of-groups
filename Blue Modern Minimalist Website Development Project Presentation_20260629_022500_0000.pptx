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oppins Bold" charset="1" panose="00000800000000000000"/>
      <p:regular r:id="rId31"/>
    </p:embeddedFont>
    <p:embeddedFont>
      <p:font typeface="Open Sans Bold" charset="1" panose="020B0806030504020204"/>
      <p:regular r:id="rId32"/>
    </p:embeddedFont>
    <p:embeddedFont>
      <p:font typeface="TAN Headline" charset="1" panose="00000000000000000000"/>
      <p:regular r:id="rId33"/>
    </p:embeddedFont>
    <p:embeddedFont>
      <p:font typeface="Open Sans" charset="1" panose="020B0606030504020204"/>
      <p:regular r:id="rId34"/>
    </p:embeddedFont>
    <p:embeddedFont>
      <p:font typeface="Poppin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2" Target="../media/image12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12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33.pn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18" Target="../media/image50.png" Type="http://schemas.openxmlformats.org/officeDocument/2006/relationships/image"/><Relationship Id="rId19" Target="../media/image51.sv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7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3.png" Type="http://schemas.openxmlformats.org/officeDocument/2006/relationships/image"/><Relationship Id="rId5" Target="../media/image8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jpe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jpeg" Type="http://schemas.openxmlformats.org/officeDocument/2006/relationships/image"/><Relationship Id="rId3" Target="../media/image63.png" Type="http://schemas.openxmlformats.org/officeDocument/2006/relationships/image"/><Relationship Id="rId4" Target="../media/image6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jpeg" Type="http://schemas.openxmlformats.org/officeDocument/2006/relationships/image"/><Relationship Id="rId3" Target="../media/image66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jpeg" Type="http://schemas.openxmlformats.org/officeDocument/2006/relationships/image"/><Relationship Id="rId3" Target="../media/image64.png" Type="http://schemas.openxmlformats.org/officeDocument/2006/relationships/image"/><Relationship Id="rId4" Target="../media/image63.pn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jpeg" Type="http://schemas.openxmlformats.org/officeDocument/2006/relationships/image"/><Relationship Id="rId3" Target="../media/image6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jpeg" Type="http://schemas.openxmlformats.org/officeDocument/2006/relationships/image"/><Relationship Id="rId3" Target="../media/image71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jpeg" Type="http://schemas.openxmlformats.org/officeDocument/2006/relationships/image"/><Relationship Id="rId3" Target="../media/image63.png" Type="http://schemas.openxmlformats.org/officeDocument/2006/relationships/image"/><Relationship Id="rId4" Target="../media/image71.png" Type="http://schemas.openxmlformats.org/officeDocument/2006/relationships/image"/><Relationship Id="rId5" Target="../media/image7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jpe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4114" y="6344708"/>
            <a:ext cx="3137704" cy="535806"/>
            <a:chOff x="0" y="0"/>
            <a:chExt cx="1511139" cy="2580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1139" cy="258048"/>
            </a:xfrm>
            <a:custGeom>
              <a:avLst/>
              <a:gdLst/>
              <a:ahLst/>
              <a:cxnLst/>
              <a:rect r="r" b="b" t="t" l="l"/>
              <a:pathLst>
                <a:path h="258048" w="1511139">
                  <a:moveTo>
                    <a:pt x="129024" y="0"/>
                  </a:moveTo>
                  <a:lnTo>
                    <a:pt x="1382115" y="0"/>
                  </a:lnTo>
                  <a:cubicBezTo>
                    <a:pt x="1416334" y="0"/>
                    <a:pt x="1449152" y="13594"/>
                    <a:pt x="1473349" y="37790"/>
                  </a:cubicBezTo>
                  <a:cubicBezTo>
                    <a:pt x="1497545" y="61987"/>
                    <a:pt x="1511139" y="94805"/>
                    <a:pt x="1511139" y="129024"/>
                  </a:cubicBezTo>
                  <a:lnTo>
                    <a:pt x="1511139" y="129024"/>
                  </a:lnTo>
                  <a:cubicBezTo>
                    <a:pt x="1511139" y="200282"/>
                    <a:pt x="1453373" y="258048"/>
                    <a:pt x="1382115" y="258048"/>
                  </a:cubicBezTo>
                  <a:lnTo>
                    <a:pt x="129024" y="258048"/>
                  </a:lnTo>
                  <a:cubicBezTo>
                    <a:pt x="57766" y="258048"/>
                    <a:pt x="0" y="200282"/>
                    <a:pt x="0" y="129024"/>
                  </a:cubicBezTo>
                  <a:lnTo>
                    <a:pt x="0" y="129024"/>
                  </a:lnTo>
                  <a:cubicBezTo>
                    <a:pt x="0" y="57766"/>
                    <a:pt x="57766" y="0"/>
                    <a:pt x="1290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11139" cy="296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4510" y="3877286"/>
            <a:ext cx="8749490" cy="684353"/>
            <a:chOff x="0" y="0"/>
            <a:chExt cx="1511139" cy="1181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1139" cy="118196"/>
            </a:xfrm>
            <a:custGeom>
              <a:avLst/>
              <a:gdLst/>
              <a:ahLst/>
              <a:cxnLst/>
              <a:rect r="r" b="b" t="t" l="l"/>
              <a:pathLst>
                <a:path h="118196" w="1511139">
                  <a:moveTo>
                    <a:pt x="59098" y="0"/>
                  </a:moveTo>
                  <a:lnTo>
                    <a:pt x="1452041" y="0"/>
                  </a:lnTo>
                  <a:cubicBezTo>
                    <a:pt x="1467715" y="0"/>
                    <a:pt x="1482747" y="6226"/>
                    <a:pt x="1493830" y="17309"/>
                  </a:cubicBezTo>
                  <a:cubicBezTo>
                    <a:pt x="1504913" y="28392"/>
                    <a:pt x="1511139" y="43424"/>
                    <a:pt x="1511139" y="59098"/>
                  </a:cubicBezTo>
                  <a:lnTo>
                    <a:pt x="1511139" y="59098"/>
                  </a:lnTo>
                  <a:cubicBezTo>
                    <a:pt x="1511139" y="91737"/>
                    <a:pt x="1484680" y="118196"/>
                    <a:pt x="1452041" y="118196"/>
                  </a:cubicBezTo>
                  <a:lnTo>
                    <a:pt x="59098" y="118196"/>
                  </a:lnTo>
                  <a:cubicBezTo>
                    <a:pt x="26459" y="118196"/>
                    <a:pt x="0" y="91737"/>
                    <a:pt x="0" y="59098"/>
                  </a:cubicBezTo>
                  <a:lnTo>
                    <a:pt x="0" y="59098"/>
                  </a:lnTo>
                  <a:cubicBezTo>
                    <a:pt x="0" y="26459"/>
                    <a:pt x="26459" y="0"/>
                    <a:pt x="5909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11139" cy="15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75413" y="-1661893"/>
            <a:ext cx="10339317" cy="10339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844289" y="8822784"/>
            <a:ext cx="7425704" cy="74257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28668" y="-2824047"/>
            <a:ext cx="3852747" cy="385274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49169" y="4904538"/>
            <a:ext cx="845661" cy="791846"/>
          </a:xfrm>
          <a:custGeom>
            <a:avLst/>
            <a:gdLst/>
            <a:ahLst/>
            <a:cxnLst/>
            <a:rect r="r" b="b" t="t" l="l"/>
            <a:pathLst>
              <a:path h="791846" w="845661">
                <a:moveTo>
                  <a:pt x="0" y="0"/>
                </a:moveTo>
                <a:lnTo>
                  <a:pt x="845662" y="0"/>
                </a:lnTo>
                <a:lnTo>
                  <a:pt x="845662" y="791847"/>
                </a:lnTo>
                <a:lnTo>
                  <a:pt x="0" y="791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42966" y="4875339"/>
            <a:ext cx="771403" cy="850244"/>
          </a:xfrm>
          <a:custGeom>
            <a:avLst/>
            <a:gdLst/>
            <a:ahLst/>
            <a:cxnLst/>
            <a:rect r="r" b="b" t="t" l="l"/>
            <a:pathLst>
              <a:path h="850244" w="771403">
                <a:moveTo>
                  <a:pt x="0" y="0"/>
                </a:moveTo>
                <a:lnTo>
                  <a:pt x="771404" y="0"/>
                </a:lnTo>
                <a:lnTo>
                  <a:pt x="771404" y="850244"/>
                </a:lnTo>
                <a:lnTo>
                  <a:pt x="0" y="850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666820" y="5010775"/>
            <a:ext cx="746704" cy="685610"/>
          </a:xfrm>
          <a:custGeom>
            <a:avLst/>
            <a:gdLst/>
            <a:ahLst/>
            <a:cxnLst/>
            <a:rect r="r" b="b" t="t" l="l"/>
            <a:pathLst>
              <a:path h="685610" w="746704">
                <a:moveTo>
                  <a:pt x="0" y="0"/>
                </a:moveTo>
                <a:lnTo>
                  <a:pt x="746703" y="0"/>
                </a:lnTo>
                <a:lnTo>
                  <a:pt x="746703" y="685610"/>
                </a:lnTo>
                <a:lnTo>
                  <a:pt x="0" y="68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965973" y="4833792"/>
            <a:ext cx="891792" cy="891792"/>
          </a:xfrm>
          <a:custGeom>
            <a:avLst/>
            <a:gdLst/>
            <a:ahLst/>
            <a:cxnLst/>
            <a:rect r="r" b="b" t="t" l="l"/>
            <a:pathLst>
              <a:path h="891792" w="891792">
                <a:moveTo>
                  <a:pt x="0" y="0"/>
                </a:moveTo>
                <a:lnTo>
                  <a:pt x="891792" y="0"/>
                </a:lnTo>
                <a:lnTo>
                  <a:pt x="891792" y="891791"/>
                </a:lnTo>
                <a:lnTo>
                  <a:pt x="0" y="891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10215" y="4937767"/>
            <a:ext cx="1043609" cy="831626"/>
          </a:xfrm>
          <a:custGeom>
            <a:avLst/>
            <a:gdLst/>
            <a:ahLst/>
            <a:cxnLst/>
            <a:rect r="r" b="b" t="t" l="l"/>
            <a:pathLst>
              <a:path h="831626" w="1043609">
                <a:moveTo>
                  <a:pt x="0" y="0"/>
                </a:moveTo>
                <a:lnTo>
                  <a:pt x="1043609" y="0"/>
                </a:lnTo>
                <a:lnTo>
                  <a:pt x="1043609" y="831626"/>
                </a:lnTo>
                <a:lnTo>
                  <a:pt x="0" y="8316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06274" y="4954773"/>
            <a:ext cx="795486" cy="797613"/>
          </a:xfrm>
          <a:custGeom>
            <a:avLst/>
            <a:gdLst/>
            <a:ahLst/>
            <a:cxnLst/>
            <a:rect r="r" b="b" t="t" l="l"/>
            <a:pathLst>
              <a:path h="797613" w="795486">
                <a:moveTo>
                  <a:pt x="0" y="0"/>
                </a:moveTo>
                <a:lnTo>
                  <a:pt x="795486" y="0"/>
                </a:lnTo>
                <a:lnTo>
                  <a:pt x="795486" y="797613"/>
                </a:lnTo>
                <a:lnTo>
                  <a:pt x="0" y="797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648825" y="1944355"/>
            <a:ext cx="7909886" cy="79098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95279" y="3905137"/>
            <a:ext cx="871952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4F6FC"/>
                </a:solidFill>
                <a:latin typeface="Poppins Bold"/>
                <a:ea typeface="Poppins Bold"/>
                <a:cs typeface="Poppins Bold"/>
                <a:sym typeface="Poppins Bold"/>
              </a:rPr>
              <a:t>AGILE PROJECT MANAGEMENT PLATFORM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2000" y="1654882"/>
            <a:ext cx="7642805" cy="199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1"/>
              </a:lnSpc>
            </a:pPr>
            <a:r>
              <a:rPr lang="en-US" sz="69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AI SPRINT PLATFORM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9169" y="6356930"/>
            <a:ext cx="2881156" cy="46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b="true" sz="274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</a:t>
            </a:r>
            <a:r>
              <a:rPr lang="en-US" b="true" sz="274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13523" y="6417879"/>
            <a:ext cx="4268639" cy="155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372" indent="-318186" lvl="1">
              <a:lnSpc>
                <a:spcPts val="4126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Abdelrahman Amin</a:t>
            </a:r>
          </a:p>
          <a:p>
            <a:pPr algn="l" marL="636372" indent="-318186" lvl="1">
              <a:lnSpc>
                <a:spcPts val="4126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Ali Mohamed</a:t>
            </a:r>
          </a:p>
          <a:p>
            <a:pPr algn="l" marL="636372" indent="-318186" lvl="1">
              <a:lnSpc>
                <a:spcPts val="4126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Yasser Mohamed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7405" y="6985290"/>
            <a:ext cx="3591124" cy="103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372" indent="-318186" lvl="1">
              <a:lnSpc>
                <a:spcPts val="4126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Shams Emam</a:t>
            </a:r>
          </a:p>
          <a:p>
            <a:pPr algn="l" marL="636372" indent="-318186" lvl="1">
              <a:lnSpc>
                <a:spcPts val="4126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Khadija Medhat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815" y="5302932"/>
            <a:ext cx="6591664" cy="2432944"/>
          </a:xfrm>
          <a:custGeom>
            <a:avLst/>
            <a:gdLst/>
            <a:ahLst/>
            <a:cxnLst/>
            <a:rect r="r" b="b" t="t" l="l"/>
            <a:pathLst>
              <a:path h="2432944" w="6591664">
                <a:moveTo>
                  <a:pt x="0" y="0"/>
                </a:moveTo>
                <a:lnTo>
                  <a:pt x="6591665" y="0"/>
                </a:lnTo>
                <a:lnTo>
                  <a:pt x="6591665" y="2432944"/>
                </a:lnTo>
                <a:lnTo>
                  <a:pt x="0" y="243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7" t="-68904" r="-14812" b="-6646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91870" y="4217490"/>
            <a:ext cx="5047545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7588905" y="198674"/>
            <a:ext cx="10373138" cy="1728944"/>
            <a:chOff x="0" y="0"/>
            <a:chExt cx="2732020" cy="45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35578" y="-2827677"/>
            <a:ext cx="3852747" cy="38527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36869" y="8784038"/>
            <a:ext cx="3852747" cy="385274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55249" y="7667731"/>
            <a:ext cx="3852747" cy="3700347"/>
            <a:chOff x="0" y="0"/>
            <a:chExt cx="812800" cy="7806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80649"/>
            </a:xfrm>
            <a:custGeom>
              <a:avLst/>
              <a:gdLst/>
              <a:ahLst/>
              <a:cxnLst/>
              <a:rect r="r" b="b" t="t" l="l"/>
              <a:pathLst>
                <a:path h="780649" w="812800">
                  <a:moveTo>
                    <a:pt x="406400" y="0"/>
                  </a:moveTo>
                  <a:cubicBezTo>
                    <a:pt x="181951" y="0"/>
                    <a:pt x="0" y="174754"/>
                    <a:pt x="0" y="390324"/>
                  </a:cubicBezTo>
                  <a:cubicBezTo>
                    <a:pt x="0" y="605895"/>
                    <a:pt x="181951" y="780649"/>
                    <a:pt x="406400" y="780649"/>
                  </a:cubicBezTo>
                  <a:cubicBezTo>
                    <a:pt x="630849" y="780649"/>
                    <a:pt x="812800" y="605895"/>
                    <a:pt x="812800" y="390324"/>
                  </a:cubicBezTo>
                  <a:cubicBezTo>
                    <a:pt x="812800" y="17475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5086"/>
              <a:ext cx="660400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88905" y="2203320"/>
            <a:ext cx="10373138" cy="1728944"/>
            <a:chOff x="0" y="0"/>
            <a:chExt cx="2732020" cy="45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88905" y="4207965"/>
            <a:ext cx="10373138" cy="1728944"/>
            <a:chOff x="0" y="0"/>
            <a:chExt cx="2732020" cy="45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88905" y="6212611"/>
            <a:ext cx="10373138" cy="1728944"/>
            <a:chOff x="0" y="0"/>
            <a:chExt cx="2732020" cy="45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88905" y="8217256"/>
            <a:ext cx="10373138" cy="1728944"/>
            <a:chOff x="0" y="0"/>
            <a:chExt cx="2732020" cy="45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25093" y="401787"/>
            <a:ext cx="1242707" cy="1322717"/>
            <a:chOff x="0" y="0"/>
            <a:chExt cx="327297" cy="3483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825093" y="2408998"/>
            <a:ext cx="1242707" cy="1322717"/>
            <a:chOff x="0" y="0"/>
            <a:chExt cx="327297" cy="3483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825093" y="4418038"/>
            <a:ext cx="1242707" cy="1322717"/>
            <a:chOff x="0" y="0"/>
            <a:chExt cx="327297" cy="3483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825093" y="6413159"/>
            <a:ext cx="1242707" cy="1322717"/>
            <a:chOff x="0" y="0"/>
            <a:chExt cx="327297" cy="3483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25093" y="8427329"/>
            <a:ext cx="1242707" cy="1322717"/>
            <a:chOff x="0" y="0"/>
            <a:chExt cx="327297" cy="3483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flipV="true">
            <a:off x="9453453" y="661208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4" id="44"/>
          <p:cNvSpPr/>
          <p:nvPr/>
        </p:nvSpPr>
        <p:spPr>
          <a:xfrm flipV="true">
            <a:off x="17373735" y="1002422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V="true">
            <a:off x="9462978" y="8547388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6" id="46"/>
          <p:cNvSpPr/>
          <p:nvPr/>
        </p:nvSpPr>
        <p:spPr>
          <a:xfrm flipV="true">
            <a:off x="9443928" y="4602200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7" id="47"/>
          <p:cNvSpPr/>
          <p:nvPr/>
        </p:nvSpPr>
        <p:spPr>
          <a:xfrm flipV="true">
            <a:off x="9491553" y="2529056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8" id="48"/>
          <p:cNvSpPr/>
          <p:nvPr/>
        </p:nvSpPr>
        <p:spPr>
          <a:xfrm flipV="true">
            <a:off x="9482028" y="521846"/>
            <a:ext cx="0" cy="1082600"/>
          </a:xfrm>
          <a:prstGeom prst="line">
            <a:avLst/>
          </a:prstGeom>
          <a:ln cap="flat" w="19050">
            <a:solidFill>
              <a:srgbClr val="064D6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17373735" y="45152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644815" y="1993770"/>
            <a:ext cx="5652277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6"/>
              </a:lnSpc>
            </a:pPr>
            <a:r>
              <a:rPr lang="en-US" sz="1045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4AA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46762" y="996495"/>
            <a:ext cx="2707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Solutions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 (AI-Sprint)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19742" y="335112"/>
            <a:ext cx="35773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Project Overview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91603" y="1000125"/>
            <a:ext cx="23260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383339" y="1020445"/>
            <a:ext cx="2163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 Diagram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41662" y="2406916"/>
            <a:ext cx="30338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91603" y="3075571"/>
            <a:ext cx="24133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41662" y="4405159"/>
            <a:ext cx="50329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Implementation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815403" y="5073814"/>
            <a:ext cx="177988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70028" y="5073814"/>
            <a:ext cx="230455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9742" y="6413159"/>
            <a:ext cx="46827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&amp; Future Work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91603" y="7048507"/>
            <a:ext cx="187037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/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19742" y="8417804"/>
            <a:ext cx="22919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891603" y="9057884"/>
            <a:ext cx="145643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517532" y="5050822"/>
            <a:ext cx="188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20819"/>
            <a:ext cx="3671971" cy="5445362"/>
            <a:chOff x="0" y="0"/>
            <a:chExt cx="967103" cy="1434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03" cy="1434169"/>
            </a:xfrm>
            <a:custGeom>
              <a:avLst/>
              <a:gdLst/>
              <a:ahLst/>
              <a:cxnLst/>
              <a:rect r="r" b="b" t="t" l="l"/>
              <a:pathLst>
                <a:path h="1434169" w="967103">
                  <a:moveTo>
                    <a:pt x="84335" y="0"/>
                  </a:moveTo>
                  <a:lnTo>
                    <a:pt x="882768" y="0"/>
                  </a:lnTo>
                  <a:cubicBezTo>
                    <a:pt x="905135" y="0"/>
                    <a:pt x="926586" y="8885"/>
                    <a:pt x="942402" y="24701"/>
                  </a:cubicBezTo>
                  <a:cubicBezTo>
                    <a:pt x="958218" y="40517"/>
                    <a:pt x="967103" y="61968"/>
                    <a:pt x="967103" y="84335"/>
                  </a:cubicBezTo>
                  <a:lnTo>
                    <a:pt x="967103" y="1349834"/>
                  </a:lnTo>
                  <a:cubicBezTo>
                    <a:pt x="967103" y="1396411"/>
                    <a:pt x="929345" y="1434169"/>
                    <a:pt x="882768" y="1434169"/>
                  </a:cubicBezTo>
                  <a:lnTo>
                    <a:pt x="84335" y="1434169"/>
                  </a:lnTo>
                  <a:cubicBezTo>
                    <a:pt x="37758" y="1434169"/>
                    <a:pt x="0" y="1396411"/>
                    <a:pt x="0" y="1349834"/>
                  </a:cubicBezTo>
                  <a:lnTo>
                    <a:pt x="0" y="84335"/>
                  </a:lnTo>
                  <a:cubicBezTo>
                    <a:pt x="0" y="37758"/>
                    <a:pt x="37758" y="0"/>
                    <a:pt x="84335" y="0"/>
                  </a:cubicBezTo>
                  <a:close/>
                </a:path>
              </a:pathLst>
            </a:custGeom>
            <a:solidFill>
              <a:srgbClr val="0A699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03" cy="1472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32137" y="2420819"/>
            <a:ext cx="3671971" cy="5445362"/>
            <a:chOff x="0" y="0"/>
            <a:chExt cx="967103" cy="1434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03" cy="1434169"/>
            </a:xfrm>
            <a:custGeom>
              <a:avLst/>
              <a:gdLst/>
              <a:ahLst/>
              <a:cxnLst/>
              <a:rect r="r" b="b" t="t" l="l"/>
              <a:pathLst>
                <a:path h="1434169" w="967103">
                  <a:moveTo>
                    <a:pt x="84335" y="0"/>
                  </a:moveTo>
                  <a:lnTo>
                    <a:pt x="882768" y="0"/>
                  </a:lnTo>
                  <a:cubicBezTo>
                    <a:pt x="905135" y="0"/>
                    <a:pt x="926586" y="8885"/>
                    <a:pt x="942402" y="24701"/>
                  </a:cubicBezTo>
                  <a:cubicBezTo>
                    <a:pt x="958218" y="40517"/>
                    <a:pt x="967103" y="61968"/>
                    <a:pt x="967103" y="84335"/>
                  </a:cubicBezTo>
                  <a:lnTo>
                    <a:pt x="967103" y="1349834"/>
                  </a:lnTo>
                  <a:cubicBezTo>
                    <a:pt x="967103" y="1396411"/>
                    <a:pt x="929345" y="1434169"/>
                    <a:pt x="882768" y="1434169"/>
                  </a:cubicBezTo>
                  <a:lnTo>
                    <a:pt x="84335" y="1434169"/>
                  </a:lnTo>
                  <a:cubicBezTo>
                    <a:pt x="37758" y="1434169"/>
                    <a:pt x="0" y="1396411"/>
                    <a:pt x="0" y="1349834"/>
                  </a:cubicBezTo>
                  <a:lnTo>
                    <a:pt x="0" y="84335"/>
                  </a:lnTo>
                  <a:cubicBezTo>
                    <a:pt x="0" y="37758"/>
                    <a:pt x="37758" y="0"/>
                    <a:pt x="84335" y="0"/>
                  </a:cubicBezTo>
                  <a:close/>
                </a:path>
              </a:pathLst>
            </a:custGeom>
            <a:solidFill>
              <a:srgbClr val="F39F3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03" cy="1472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7508" y="2420819"/>
            <a:ext cx="3671971" cy="5445362"/>
            <a:chOff x="0" y="0"/>
            <a:chExt cx="967103" cy="14341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03" cy="1434169"/>
            </a:xfrm>
            <a:custGeom>
              <a:avLst/>
              <a:gdLst/>
              <a:ahLst/>
              <a:cxnLst/>
              <a:rect r="r" b="b" t="t" l="l"/>
              <a:pathLst>
                <a:path h="1434169" w="967103">
                  <a:moveTo>
                    <a:pt x="84335" y="0"/>
                  </a:moveTo>
                  <a:lnTo>
                    <a:pt x="882768" y="0"/>
                  </a:lnTo>
                  <a:cubicBezTo>
                    <a:pt x="905135" y="0"/>
                    <a:pt x="926586" y="8885"/>
                    <a:pt x="942402" y="24701"/>
                  </a:cubicBezTo>
                  <a:cubicBezTo>
                    <a:pt x="958218" y="40517"/>
                    <a:pt x="967103" y="61968"/>
                    <a:pt x="967103" y="84335"/>
                  </a:cubicBezTo>
                  <a:lnTo>
                    <a:pt x="967103" y="1349834"/>
                  </a:lnTo>
                  <a:cubicBezTo>
                    <a:pt x="967103" y="1396411"/>
                    <a:pt x="929345" y="1434169"/>
                    <a:pt x="882768" y="1434169"/>
                  </a:cubicBezTo>
                  <a:lnTo>
                    <a:pt x="84335" y="1434169"/>
                  </a:lnTo>
                  <a:cubicBezTo>
                    <a:pt x="37758" y="1434169"/>
                    <a:pt x="0" y="1396411"/>
                    <a:pt x="0" y="1349834"/>
                  </a:cubicBezTo>
                  <a:lnTo>
                    <a:pt x="0" y="84335"/>
                  </a:lnTo>
                  <a:cubicBezTo>
                    <a:pt x="0" y="37758"/>
                    <a:pt x="37758" y="0"/>
                    <a:pt x="84335" y="0"/>
                  </a:cubicBezTo>
                  <a:close/>
                </a:path>
              </a:pathLst>
            </a:custGeom>
            <a:solidFill>
              <a:srgbClr val="7FBA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03" cy="1472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87329" y="2420819"/>
            <a:ext cx="3671971" cy="5445347"/>
            <a:chOff x="0" y="0"/>
            <a:chExt cx="967105" cy="1434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7105" cy="1434211"/>
            </a:xfrm>
            <a:custGeom>
              <a:avLst/>
              <a:gdLst/>
              <a:ahLst/>
              <a:cxnLst/>
              <a:rect r="r" b="b" t="t" l="l"/>
              <a:pathLst>
                <a:path h="1434211" w="967105">
                  <a:moveTo>
                    <a:pt x="967105" y="84335"/>
                  </a:moveTo>
                  <a:lnTo>
                    <a:pt x="967105" y="1349876"/>
                  </a:lnTo>
                  <a:cubicBezTo>
                    <a:pt x="967105" y="1396453"/>
                    <a:pt x="929347" y="1434211"/>
                    <a:pt x="882770" y="1434211"/>
                  </a:cubicBezTo>
                  <a:lnTo>
                    <a:pt x="84335" y="1434211"/>
                  </a:lnTo>
                  <a:cubicBezTo>
                    <a:pt x="37758" y="1434211"/>
                    <a:pt x="0" y="1396453"/>
                    <a:pt x="0" y="1349876"/>
                  </a:cubicBezTo>
                  <a:lnTo>
                    <a:pt x="0" y="84335"/>
                  </a:lnTo>
                  <a:cubicBezTo>
                    <a:pt x="0" y="37758"/>
                    <a:pt x="37758" y="0"/>
                    <a:pt x="84335" y="0"/>
                  </a:cubicBezTo>
                  <a:lnTo>
                    <a:pt x="882770" y="0"/>
                  </a:lnTo>
                  <a:cubicBezTo>
                    <a:pt x="905137" y="0"/>
                    <a:pt x="926588" y="8885"/>
                    <a:pt x="942404" y="24701"/>
                  </a:cubicBezTo>
                  <a:cubicBezTo>
                    <a:pt x="958220" y="40517"/>
                    <a:pt x="967105" y="61968"/>
                    <a:pt x="967105" y="84335"/>
                  </a:cubicBezTo>
                  <a:close/>
                </a:path>
              </a:pathLst>
            </a:custGeom>
            <a:solidFill>
              <a:srgbClr val="5121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7105" cy="1472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31823" y="2779636"/>
            <a:ext cx="1272599" cy="127259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37194" y="2807669"/>
            <a:ext cx="1272599" cy="127259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43029" y="2807669"/>
            <a:ext cx="1272599" cy="127259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28386" y="2779636"/>
            <a:ext cx="1272599" cy="127259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06522" y="2958229"/>
            <a:ext cx="916327" cy="915414"/>
          </a:xfrm>
          <a:custGeom>
            <a:avLst/>
            <a:gdLst/>
            <a:ahLst/>
            <a:cxnLst/>
            <a:rect r="r" b="b" t="t" l="l"/>
            <a:pathLst>
              <a:path h="915414" w="916327">
                <a:moveTo>
                  <a:pt x="0" y="0"/>
                </a:moveTo>
                <a:lnTo>
                  <a:pt x="916327" y="0"/>
                </a:lnTo>
                <a:lnTo>
                  <a:pt x="916327" y="915413"/>
                </a:lnTo>
                <a:lnTo>
                  <a:pt x="0" y="91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58644" y="2958229"/>
            <a:ext cx="818957" cy="971480"/>
          </a:xfrm>
          <a:custGeom>
            <a:avLst/>
            <a:gdLst/>
            <a:ahLst/>
            <a:cxnLst/>
            <a:rect r="r" b="b" t="t" l="l"/>
            <a:pathLst>
              <a:path h="971480" w="818957">
                <a:moveTo>
                  <a:pt x="0" y="0"/>
                </a:moveTo>
                <a:lnTo>
                  <a:pt x="818957" y="0"/>
                </a:lnTo>
                <a:lnTo>
                  <a:pt x="818957" y="971479"/>
                </a:lnTo>
                <a:lnTo>
                  <a:pt x="0" y="971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071629" y="2922426"/>
            <a:ext cx="859603" cy="987018"/>
          </a:xfrm>
          <a:custGeom>
            <a:avLst/>
            <a:gdLst/>
            <a:ahLst/>
            <a:cxnLst/>
            <a:rect r="r" b="b" t="t" l="l"/>
            <a:pathLst>
              <a:path h="987018" w="859603">
                <a:moveTo>
                  <a:pt x="0" y="0"/>
                </a:moveTo>
                <a:lnTo>
                  <a:pt x="859603" y="0"/>
                </a:lnTo>
                <a:lnTo>
                  <a:pt x="859603" y="987019"/>
                </a:lnTo>
                <a:lnTo>
                  <a:pt x="0" y="987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09108" y="3040921"/>
            <a:ext cx="1009151" cy="750030"/>
          </a:xfrm>
          <a:custGeom>
            <a:avLst/>
            <a:gdLst/>
            <a:ahLst/>
            <a:cxnLst/>
            <a:rect r="r" b="b" t="t" l="l"/>
            <a:pathLst>
              <a:path h="750030" w="1009151">
                <a:moveTo>
                  <a:pt x="0" y="0"/>
                </a:moveTo>
                <a:lnTo>
                  <a:pt x="1009151" y="0"/>
                </a:lnTo>
                <a:lnTo>
                  <a:pt x="1009151" y="750029"/>
                </a:lnTo>
                <a:lnTo>
                  <a:pt x="0" y="750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 flipV="true">
            <a:off x="1161984" y="5493385"/>
            <a:ext cx="34054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5365421" y="5455285"/>
            <a:ext cx="34054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9568859" y="5417185"/>
            <a:ext cx="34054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3772296" y="5379085"/>
            <a:ext cx="34054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3829743" y="8542456"/>
            <a:ext cx="10628515" cy="1494543"/>
          </a:xfrm>
          <a:custGeom>
            <a:avLst/>
            <a:gdLst/>
            <a:ahLst/>
            <a:cxnLst/>
            <a:rect r="r" b="b" t="t" l="l"/>
            <a:pathLst>
              <a:path h="1494543" w="10628515">
                <a:moveTo>
                  <a:pt x="0" y="0"/>
                </a:moveTo>
                <a:lnTo>
                  <a:pt x="10628514" y="0"/>
                </a:lnTo>
                <a:lnTo>
                  <a:pt x="10628514" y="1494542"/>
                </a:lnTo>
                <a:lnTo>
                  <a:pt x="0" y="14945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478" t="-383316" r="-9210" b="-88874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28700" y="829275"/>
            <a:ext cx="6581941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WHY AI-SPRINT?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5268" y="4124325"/>
            <a:ext cx="3138835" cy="105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Poor 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Communication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56971" y="4131310"/>
            <a:ext cx="262423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Management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20933" y="4131310"/>
            <a:ext cx="16047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Solving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99458" y="4131310"/>
            <a:ext cx="308763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Poor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Tracking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0051" y="5770727"/>
            <a:ext cx="346061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Miscommunication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Delayed collaboration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Unclear responsibilities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73429" y="5761202"/>
            <a:ext cx="319132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Manual task updates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Difficult task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Missed priorities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39987" y="5761202"/>
            <a:ext cx="3211463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progress visibility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Missed deadlines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Hard performance tracking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42879" y="5761202"/>
            <a:ext cx="314072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Repeated debugging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 search time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Reduced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942" y="1649060"/>
            <a:ext cx="15686115" cy="8392072"/>
          </a:xfrm>
          <a:custGeom>
            <a:avLst/>
            <a:gdLst/>
            <a:ahLst/>
            <a:cxnLst/>
            <a:rect r="r" b="b" t="t" l="l"/>
            <a:pathLst>
              <a:path h="8392072" w="15686115">
                <a:moveTo>
                  <a:pt x="0" y="0"/>
                </a:moveTo>
                <a:lnTo>
                  <a:pt x="15686116" y="0"/>
                </a:lnTo>
                <a:lnTo>
                  <a:pt x="15686116" y="8392071"/>
                </a:lnTo>
                <a:lnTo>
                  <a:pt x="0" y="8392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5329" y="1798265"/>
            <a:ext cx="631028" cy="671285"/>
          </a:xfrm>
          <a:custGeom>
            <a:avLst/>
            <a:gdLst/>
            <a:ahLst/>
            <a:cxnLst/>
            <a:rect r="r" b="b" t="t" l="l"/>
            <a:pathLst>
              <a:path h="671285" w="631028">
                <a:moveTo>
                  <a:pt x="0" y="0"/>
                </a:moveTo>
                <a:lnTo>
                  <a:pt x="631028" y="0"/>
                </a:lnTo>
                <a:lnTo>
                  <a:pt x="631028" y="671285"/>
                </a:lnTo>
                <a:lnTo>
                  <a:pt x="0" y="67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163" t="-79167" r="-252780" b="-783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0942" y="634492"/>
            <a:ext cx="9007331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0286" y="4902368"/>
            <a:ext cx="5860291" cy="2106196"/>
          </a:xfrm>
          <a:custGeom>
            <a:avLst/>
            <a:gdLst/>
            <a:ahLst/>
            <a:cxnLst/>
            <a:rect r="r" b="b" t="t" l="l"/>
            <a:pathLst>
              <a:path h="2106196" w="5860291">
                <a:moveTo>
                  <a:pt x="0" y="0"/>
                </a:moveTo>
                <a:lnTo>
                  <a:pt x="5860291" y="0"/>
                </a:lnTo>
                <a:lnTo>
                  <a:pt x="5860291" y="2106197"/>
                </a:lnTo>
                <a:lnTo>
                  <a:pt x="0" y="2106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72" t="-54271" r="0" b="-549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98918" y="2816574"/>
            <a:ext cx="6490163" cy="3484571"/>
          </a:xfrm>
          <a:custGeom>
            <a:avLst/>
            <a:gdLst/>
            <a:ahLst/>
            <a:cxnLst/>
            <a:rect r="r" b="b" t="t" l="l"/>
            <a:pathLst>
              <a:path h="3484571" w="6490163">
                <a:moveTo>
                  <a:pt x="0" y="0"/>
                </a:moveTo>
                <a:lnTo>
                  <a:pt x="6490164" y="0"/>
                </a:lnTo>
                <a:lnTo>
                  <a:pt x="6490164" y="3484571"/>
                </a:lnTo>
                <a:lnTo>
                  <a:pt x="0" y="34845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05195" y="2077340"/>
            <a:ext cx="2270308" cy="1444741"/>
          </a:xfrm>
          <a:custGeom>
            <a:avLst/>
            <a:gdLst/>
            <a:ahLst/>
            <a:cxnLst/>
            <a:rect r="r" b="b" t="t" l="l"/>
            <a:pathLst>
              <a:path h="1444741" w="2270308">
                <a:moveTo>
                  <a:pt x="0" y="0"/>
                </a:moveTo>
                <a:lnTo>
                  <a:pt x="2270308" y="0"/>
                </a:lnTo>
                <a:lnTo>
                  <a:pt x="2270308" y="1444741"/>
                </a:lnTo>
                <a:lnTo>
                  <a:pt x="0" y="14447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62916" y="4012092"/>
            <a:ext cx="853185" cy="951829"/>
          </a:xfrm>
          <a:custGeom>
            <a:avLst/>
            <a:gdLst/>
            <a:ahLst/>
            <a:cxnLst/>
            <a:rect r="r" b="b" t="t" l="l"/>
            <a:pathLst>
              <a:path h="951829" w="853185">
                <a:moveTo>
                  <a:pt x="0" y="0"/>
                </a:moveTo>
                <a:lnTo>
                  <a:pt x="853185" y="0"/>
                </a:lnTo>
                <a:lnTo>
                  <a:pt x="853185" y="951830"/>
                </a:lnTo>
                <a:lnTo>
                  <a:pt x="0" y="951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756924" y="3473713"/>
            <a:ext cx="3605881" cy="490011"/>
            <a:chOff x="0" y="0"/>
            <a:chExt cx="1511139" cy="205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139" cy="205352"/>
            </a:xfrm>
            <a:custGeom>
              <a:avLst/>
              <a:gdLst/>
              <a:ahLst/>
              <a:cxnLst/>
              <a:rect r="r" b="b" t="t" l="l"/>
              <a:pathLst>
                <a:path h="205352" w="1511139">
                  <a:moveTo>
                    <a:pt x="102676" y="0"/>
                  </a:moveTo>
                  <a:lnTo>
                    <a:pt x="1408463" y="0"/>
                  </a:lnTo>
                  <a:cubicBezTo>
                    <a:pt x="1465169" y="0"/>
                    <a:pt x="1511139" y="45970"/>
                    <a:pt x="1511139" y="102676"/>
                  </a:cubicBezTo>
                  <a:lnTo>
                    <a:pt x="1511139" y="102676"/>
                  </a:lnTo>
                  <a:cubicBezTo>
                    <a:pt x="1511139" y="159382"/>
                    <a:pt x="1465169" y="205352"/>
                    <a:pt x="1408463" y="205352"/>
                  </a:cubicBezTo>
                  <a:lnTo>
                    <a:pt x="102676" y="205352"/>
                  </a:lnTo>
                  <a:cubicBezTo>
                    <a:pt x="45970" y="205352"/>
                    <a:pt x="0" y="159382"/>
                    <a:pt x="0" y="102676"/>
                  </a:cubicBezTo>
                  <a:lnTo>
                    <a:pt x="0" y="102676"/>
                  </a:lnTo>
                  <a:cubicBezTo>
                    <a:pt x="0" y="45970"/>
                    <a:pt x="45970" y="0"/>
                    <a:pt x="10267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11139" cy="24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820789" y="5802693"/>
            <a:ext cx="1278190" cy="1003960"/>
          </a:xfrm>
          <a:custGeom>
            <a:avLst/>
            <a:gdLst/>
            <a:ahLst/>
            <a:cxnLst/>
            <a:rect r="r" b="b" t="t" l="l"/>
            <a:pathLst>
              <a:path h="1003960" w="1278190">
                <a:moveTo>
                  <a:pt x="0" y="0"/>
                </a:moveTo>
                <a:lnTo>
                  <a:pt x="1278190" y="0"/>
                </a:lnTo>
                <a:lnTo>
                  <a:pt x="1278190" y="1003960"/>
                </a:lnTo>
                <a:lnTo>
                  <a:pt x="0" y="10039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91883">
            <a:off x="5412644" y="3704814"/>
            <a:ext cx="1330714" cy="1342007"/>
          </a:xfrm>
          <a:custGeom>
            <a:avLst/>
            <a:gdLst/>
            <a:ahLst/>
            <a:cxnLst/>
            <a:rect r="r" b="b" t="t" l="l"/>
            <a:pathLst>
              <a:path h="1342007" w="1330714">
                <a:moveTo>
                  <a:pt x="0" y="0"/>
                </a:moveTo>
                <a:lnTo>
                  <a:pt x="1330714" y="0"/>
                </a:lnTo>
                <a:lnTo>
                  <a:pt x="1330714" y="1342007"/>
                </a:lnTo>
                <a:lnTo>
                  <a:pt x="0" y="13420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13790" y="3522081"/>
            <a:ext cx="3605881" cy="490011"/>
            <a:chOff x="0" y="0"/>
            <a:chExt cx="1511139" cy="2053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1139" cy="205352"/>
            </a:xfrm>
            <a:custGeom>
              <a:avLst/>
              <a:gdLst/>
              <a:ahLst/>
              <a:cxnLst/>
              <a:rect r="r" b="b" t="t" l="l"/>
              <a:pathLst>
                <a:path h="205352" w="1511139">
                  <a:moveTo>
                    <a:pt x="102676" y="0"/>
                  </a:moveTo>
                  <a:lnTo>
                    <a:pt x="1408463" y="0"/>
                  </a:lnTo>
                  <a:cubicBezTo>
                    <a:pt x="1465169" y="0"/>
                    <a:pt x="1511139" y="45970"/>
                    <a:pt x="1511139" y="102676"/>
                  </a:cubicBezTo>
                  <a:lnTo>
                    <a:pt x="1511139" y="102676"/>
                  </a:lnTo>
                  <a:cubicBezTo>
                    <a:pt x="1511139" y="159382"/>
                    <a:pt x="1465169" y="205352"/>
                    <a:pt x="1408463" y="205352"/>
                  </a:cubicBezTo>
                  <a:lnTo>
                    <a:pt x="102676" y="205352"/>
                  </a:lnTo>
                  <a:cubicBezTo>
                    <a:pt x="45970" y="205352"/>
                    <a:pt x="0" y="159382"/>
                    <a:pt x="0" y="102676"/>
                  </a:cubicBezTo>
                  <a:lnTo>
                    <a:pt x="0" y="102676"/>
                  </a:lnTo>
                  <a:cubicBezTo>
                    <a:pt x="0" y="45970"/>
                    <a:pt x="45970" y="0"/>
                    <a:pt x="10267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11139" cy="24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417551" y="6045830"/>
            <a:ext cx="962735" cy="962735"/>
          </a:xfrm>
          <a:custGeom>
            <a:avLst/>
            <a:gdLst/>
            <a:ahLst/>
            <a:cxnLst/>
            <a:rect r="r" b="b" t="t" l="l"/>
            <a:pathLst>
              <a:path h="962735" w="962735">
                <a:moveTo>
                  <a:pt x="0" y="0"/>
                </a:moveTo>
                <a:lnTo>
                  <a:pt x="962735" y="0"/>
                </a:lnTo>
                <a:lnTo>
                  <a:pt x="962735" y="962735"/>
                </a:lnTo>
                <a:lnTo>
                  <a:pt x="0" y="9627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653419" y="7249696"/>
            <a:ext cx="3605881" cy="490011"/>
            <a:chOff x="0" y="0"/>
            <a:chExt cx="1511139" cy="205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11139" cy="205352"/>
            </a:xfrm>
            <a:custGeom>
              <a:avLst/>
              <a:gdLst/>
              <a:ahLst/>
              <a:cxnLst/>
              <a:rect r="r" b="b" t="t" l="l"/>
              <a:pathLst>
                <a:path h="205352" w="1511139">
                  <a:moveTo>
                    <a:pt x="102676" y="0"/>
                  </a:moveTo>
                  <a:lnTo>
                    <a:pt x="1408463" y="0"/>
                  </a:lnTo>
                  <a:cubicBezTo>
                    <a:pt x="1465169" y="0"/>
                    <a:pt x="1511139" y="45970"/>
                    <a:pt x="1511139" y="102676"/>
                  </a:cubicBezTo>
                  <a:lnTo>
                    <a:pt x="1511139" y="102676"/>
                  </a:lnTo>
                  <a:cubicBezTo>
                    <a:pt x="1511139" y="159382"/>
                    <a:pt x="1465169" y="205352"/>
                    <a:pt x="1408463" y="205352"/>
                  </a:cubicBezTo>
                  <a:lnTo>
                    <a:pt x="102676" y="205352"/>
                  </a:lnTo>
                  <a:cubicBezTo>
                    <a:pt x="45970" y="205352"/>
                    <a:pt x="0" y="159382"/>
                    <a:pt x="0" y="102676"/>
                  </a:cubicBezTo>
                  <a:lnTo>
                    <a:pt x="0" y="102676"/>
                  </a:lnTo>
                  <a:cubicBezTo>
                    <a:pt x="0" y="45970"/>
                    <a:pt x="45970" y="0"/>
                    <a:pt x="10267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11139" cy="24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3790" y="7165620"/>
            <a:ext cx="3605881" cy="490011"/>
            <a:chOff x="0" y="0"/>
            <a:chExt cx="1511139" cy="2053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11139" cy="205352"/>
            </a:xfrm>
            <a:custGeom>
              <a:avLst/>
              <a:gdLst/>
              <a:ahLst/>
              <a:cxnLst/>
              <a:rect r="r" b="b" t="t" l="l"/>
              <a:pathLst>
                <a:path h="205352" w="1511139">
                  <a:moveTo>
                    <a:pt x="102676" y="0"/>
                  </a:moveTo>
                  <a:lnTo>
                    <a:pt x="1408463" y="0"/>
                  </a:lnTo>
                  <a:cubicBezTo>
                    <a:pt x="1465169" y="0"/>
                    <a:pt x="1511139" y="45970"/>
                    <a:pt x="1511139" y="102676"/>
                  </a:cubicBezTo>
                  <a:lnTo>
                    <a:pt x="1511139" y="102676"/>
                  </a:lnTo>
                  <a:cubicBezTo>
                    <a:pt x="1511139" y="159382"/>
                    <a:pt x="1465169" y="205352"/>
                    <a:pt x="1408463" y="205352"/>
                  </a:cubicBezTo>
                  <a:lnTo>
                    <a:pt x="102676" y="205352"/>
                  </a:lnTo>
                  <a:cubicBezTo>
                    <a:pt x="45970" y="205352"/>
                    <a:pt x="0" y="159382"/>
                    <a:pt x="0" y="102676"/>
                  </a:cubicBezTo>
                  <a:lnTo>
                    <a:pt x="0" y="102676"/>
                  </a:lnTo>
                  <a:cubicBezTo>
                    <a:pt x="0" y="45970"/>
                    <a:pt x="45970" y="0"/>
                    <a:pt x="10267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11139" cy="243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1368171">
            <a:off x="5558738" y="3150028"/>
            <a:ext cx="6855157" cy="6543559"/>
          </a:xfrm>
          <a:custGeom>
            <a:avLst/>
            <a:gdLst/>
            <a:ahLst/>
            <a:cxnLst/>
            <a:rect r="r" b="b" t="t" l="l"/>
            <a:pathLst>
              <a:path h="6543559" w="6855157">
                <a:moveTo>
                  <a:pt x="0" y="0"/>
                </a:moveTo>
                <a:lnTo>
                  <a:pt x="6855157" y="0"/>
                </a:lnTo>
                <a:lnTo>
                  <a:pt x="6855157" y="6543559"/>
                </a:lnTo>
                <a:lnTo>
                  <a:pt x="0" y="6543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829275"/>
            <a:ext cx="6581941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15327" y="3436356"/>
            <a:ext cx="3150146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 Management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Create, Update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 Track Tasks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3417" y="3507217"/>
            <a:ext cx="3406626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Collaboration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Assign And Manage 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7396" y="7108470"/>
            <a:ext cx="3162647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Gemini AI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Assistance And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Suggestions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15327" y="7192546"/>
            <a:ext cx="3036937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Tracking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Monitor Progress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97588"/>
            <a:ext cx="4827192" cy="2558001"/>
            <a:chOff x="0" y="0"/>
            <a:chExt cx="1271359" cy="67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30546" y="2397588"/>
            <a:ext cx="4827192" cy="2558001"/>
            <a:chOff x="0" y="0"/>
            <a:chExt cx="1271359" cy="6737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5D4C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0262" y="5641389"/>
            <a:ext cx="4827192" cy="2558001"/>
            <a:chOff x="0" y="0"/>
            <a:chExt cx="1271359" cy="673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F39F31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30546" y="5641389"/>
            <a:ext cx="4827192" cy="2558001"/>
            <a:chOff x="0" y="0"/>
            <a:chExt cx="1271359" cy="673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9495" y="7506339"/>
            <a:ext cx="4306078" cy="2397814"/>
            <a:chOff x="0" y="0"/>
            <a:chExt cx="1134111" cy="631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4111" cy="631523"/>
            </a:xfrm>
            <a:custGeom>
              <a:avLst/>
              <a:gdLst/>
              <a:ahLst/>
              <a:cxnLst/>
              <a:rect r="r" b="b" t="t" l="l"/>
              <a:pathLst>
                <a:path h="631523" w="1134111">
                  <a:moveTo>
                    <a:pt x="71916" y="0"/>
                  </a:moveTo>
                  <a:lnTo>
                    <a:pt x="1062195" y="0"/>
                  </a:lnTo>
                  <a:cubicBezTo>
                    <a:pt x="1081268" y="0"/>
                    <a:pt x="1099560" y="7577"/>
                    <a:pt x="1113047" y="21064"/>
                  </a:cubicBezTo>
                  <a:cubicBezTo>
                    <a:pt x="1126534" y="34551"/>
                    <a:pt x="1134111" y="52843"/>
                    <a:pt x="1134111" y="71916"/>
                  </a:cubicBezTo>
                  <a:lnTo>
                    <a:pt x="1134111" y="559607"/>
                  </a:lnTo>
                  <a:cubicBezTo>
                    <a:pt x="1134111" y="599325"/>
                    <a:pt x="1101913" y="631523"/>
                    <a:pt x="1062195" y="631523"/>
                  </a:cubicBezTo>
                  <a:lnTo>
                    <a:pt x="71916" y="631523"/>
                  </a:lnTo>
                  <a:cubicBezTo>
                    <a:pt x="52843" y="631523"/>
                    <a:pt x="34551" y="623946"/>
                    <a:pt x="21064" y="610459"/>
                  </a:cubicBezTo>
                  <a:cubicBezTo>
                    <a:pt x="7577" y="596972"/>
                    <a:pt x="0" y="578680"/>
                    <a:pt x="0" y="559607"/>
                  </a:cubicBezTo>
                  <a:lnTo>
                    <a:pt x="0" y="71916"/>
                  </a:lnTo>
                  <a:cubicBezTo>
                    <a:pt x="0" y="32198"/>
                    <a:pt x="32198" y="0"/>
                    <a:pt x="7191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34111" cy="66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738130">
            <a:off x="10423563" y="3214674"/>
            <a:ext cx="1809549" cy="1539762"/>
          </a:xfrm>
          <a:custGeom>
            <a:avLst/>
            <a:gdLst/>
            <a:ahLst/>
            <a:cxnLst/>
            <a:rect r="r" b="b" t="t" l="l"/>
            <a:pathLst>
              <a:path h="1539762" w="1809549">
                <a:moveTo>
                  <a:pt x="0" y="0"/>
                </a:moveTo>
                <a:lnTo>
                  <a:pt x="1809550" y="0"/>
                </a:lnTo>
                <a:lnTo>
                  <a:pt x="1809550" y="1539762"/>
                </a:lnTo>
                <a:lnTo>
                  <a:pt x="0" y="15397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700000">
            <a:off x="8490590" y="5923912"/>
            <a:ext cx="1288528" cy="1096420"/>
          </a:xfrm>
          <a:custGeom>
            <a:avLst/>
            <a:gdLst/>
            <a:ahLst/>
            <a:cxnLst/>
            <a:rect r="r" b="b" t="t" l="l"/>
            <a:pathLst>
              <a:path h="1096420" w="1288528">
                <a:moveTo>
                  <a:pt x="0" y="0"/>
                </a:moveTo>
                <a:lnTo>
                  <a:pt x="1288528" y="0"/>
                </a:lnTo>
                <a:lnTo>
                  <a:pt x="1288528" y="1096421"/>
                </a:lnTo>
                <a:lnTo>
                  <a:pt x="0" y="109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-6773731">
            <a:off x="10346198" y="5492813"/>
            <a:ext cx="1914750" cy="1629278"/>
          </a:xfrm>
          <a:custGeom>
            <a:avLst/>
            <a:gdLst/>
            <a:ahLst/>
            <a:cxnLst/>
            <a:rect r="r" b="b" t="t" l="l"/>
            <a:pathLst>
              <a:path h="1629278" w="1914750">
                <a:moveTo>
                  <a:pt x="1914750" y="0"/>
                </a:moveTo>
                <a:lnTo>
                  <a:pt x="0" y="0"/>
                </a:lnTo>
                <a:lnTo>
                  <a:pt x="0" y="1629279"/>
                </a:lnTo>
                <a:lnTo>
                  <a:pt x="1914750" y="1629279"/>
                </a:lnTo>
                <a:lnTo>
                  <a:pt x="19147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-6848847">
            <a:off x="6050760" y="3196280"/>
            <a:ext cx="1809549" cy="1539762"/>
          </a:xfrm>
          <a:custGeom>
            <a:avLst/>
            <a:gdLst/>
            <a:ahLst/>
            <a:cxnLst/>
            <a:rect r="r" b="b" t="t" l="l"/>
            <a:pathLst>
              <a:path h="1539762" w="1809549">
                <a:moveTo>
                  <a:pt x="0" y="1539762"/>
                </a:moveTo>
                <a:lnTo>
                  <a:pt x="1809550" y="1539762"/>
                </a:lnTo>
                <a:lnTo>
                  <a:pt x="1809550" y="0"/>
                </a:lnTo>
                <a:lnTo>
                  <a:pt x="0" y="0"/>
                </a:lnTo>
                <a:lnTo>
                  <a:pt x="0" y="153976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-4455841">
            <a:off x="6027052" y="5549271"/>
            <a:ext cx="1914750" cy="1629278"/>
          </a:xfrm>
          <a:custGeom>
            <a:avLst/>
            <a:gdLst/>
            <a:ahLst/>
            <a:cxnLst/>
            <a:rect r="r" b="b" t="t" l="l"/>
            <a:pathLst>
              <a:path h="1629278" w="1914750">
                <a:moveTo>
                  <a:pt x="1914750" y="1629278"/>
                </a:moveTo>
                <a:lnTo>
                  <a:pt x="0" y="1629278"/>
                </a:lnTo>
                <a:lnTo>
                  <a:pt x="0" y="0"/>
                </a:lnTo>
                <a:lnTo>
                  <a:pt x="1914750" y="0"/>
                </a:lnTo>
                <a:lnTo>
                  <a:pt x="1914750" y="1629278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984427" y="3864499"/>
            <a:ext cx="4319147" cy="2558001"/>
            <a:chOff x="0" y="0"/>
            <a:chExt cx="1137553" cy="673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7553" cy="673712"/>
            </a:xfrm>
            <a:custGeom>
              <a:avLst/>
              <a:gdLst/>
              <a:ahLst/>
              <a:cxnLst/>
              <a:rect r="r" b="b" t="t" l="l"/>
              <a:pathLst>
                <a:path h="673712" w="1137553">
                  <a:moveTo>
                    <a:pt x="71699" y="0"/>
                  </a:moveTo>
                  <a:lnTo>
                    <a:pt x="1065854" y="0"/>
                  </a:lnTo>
                  <a:cubicBezTo>
                    <a:pt x="1084870" y="0"/>
                    <a:pt x="1103107" y="7554"/>
                    <a:pt x="1116553" y="21000"/>
                  </a:cubicBezTo>
                  <a:cubicBezTo>
                    <a:pt x="1129999" y="34446"/>
                    <a:pt x="1137553" y="52683"/>
                    <a:pt x="1137553" y="71699"/>
                  </a:cubicBezTo>
                  <a:lnTo>
                    <a:pt x="1137553" y="602014"/>
                  </a:lnTo>
                  <a:cubicBezTo>
                    <a:pt x="1137553" y="641612"/>
                    <a:pt x="1105452" y="673712"/>
                    <a:pt x="1065854" y="673712"/>
                  </a:cubicBezTo>
                  <a:lnTo>
                    <a:pt x="71699" y="673712"/>
                  </a:lnTo>
                  <a:cubicBezTo>
                    <a:pt x="32101" y="673712"/>
                    <a:pt x="0" y="641612"/>
                    <a:pt x="0" y="602014"/>
                  </a:cubicBezTo>
                  <a:lnTo>
                    <a:pt x="0" y="71699"/>
                  </a:lnTo>
                  <a:cubicBezTo>
                    <a:pt x="0" y="32101"/>
                    <a:pt x="32101" y="0"/>
                    <a:pt x="7169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37553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310349" y="4392872"/>
            <a:ext cx="3649009" cy="1501256"/>
          </a:xfrm>
          <a:custGeom>
            <a:avLst/>
            <a:gdLst/>
            <a:ahLst/>
            <a:cxnLst/>
            <a:rect r="r" b="b" t="t" l="l"/>
            <a:pathLst>
              <a:path h="1501256" w="3649009">
                <a:moveTo>
                  <a:pt x="0" y="0"/>
                </a:moveTo>
                <a:lnTo>
                  <a:pt x="3649010" y="0"/>
                </a:lnTo>
                <a:lnTo>
                  <a:pt x="3649010" y="1501256"/>
                </a:lnTo>
                <a:lnTo>
                  <a:pt x="0" y="1501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2647" t="-52681" r="-12016" b="-49327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4532" y="3097116"/>
            <a:ext cx="1278323" cy="1110979"/>
          </a:xfrm>
          <a:custGeom>
            <a:avLst/>
            <a:gdLst/>
            <a:ahLst/>
            <a:cxnLst/>
            <a:rect r="r" b="b" t="t" l="l"/>
            <a:pathLst>
              <a:path h="1110979" w="1278323">
                <a:moveTo>
                  <a:pt x="0" y="0"/>
                </a:moveTo>
                <a:lnTo>
                  <a:pt x="1278323" y="0"/>
                </a:lnTo>
                <a:lnTo>
                  <a:pt x="1278323" y="1110979"/>
                </a:lnTo>
                <a:lnTo>
                  <a:pt x="0" y="11109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4151" y="3097116"/>
            <a:ext cx="1158945" cy="1158945"/>
          </a:xfrm>
          <a:custGeom>
            <a:avLst/>
            <a:gdLst/>
            <a:ahLst/>
            <a:cxnLst/>
            <a:rect r="r" b="b" t="t" l="l"/>
            <a:pathLst>
              <a:path h="1158945" w="1158945">
                <a:moveTo>
                  <a:pt x="0" y="0"/>
                </a:moveTo>
                <a:lnTo>
                  <a:pt x="1158945" y="0"/>
                </a:lnTo>
                <a:lnTo>
                  <a:pt x="1158945" y="1158945"/>
                </a:lnTo>
                <a:lnTo>
                  <a:pt x="0" y="11589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566848" y="8294060"/>
            <a:ext cx="724800" cy="724800"/>
          </a:xfrm>
          <a:custGeom>
            <a:avLst/>
            <a:gdLst/>
            <a:ahLst/>
            <a:cxnLst/>
            <a:rect r="r" b="b" t="t" l="l"/>
            <a:pathLst>
              <a:path h="724800" w="724800">
                <a:moveTo>
                  <a:pt x="0" y="0"/>
                </a:moveTo>
                <a:lnTo>
                  <a:pt x="724799" y="0"/>
                </a:lnTo>
                <a:lnTo>
                  <a:pt x="724799" y="724800"/>
                </a:lnTo>
                <a:lnTo>
                  <a:pt x="0" y="72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693200" y="6472123"/>
            <a:ext cx="908921" cy="816376"/>
          </a:xfrm>
          <a:custGeom>
            <a:avLst/>
            <a:gdLst/>
            <a:ahLst/>
            <a:cxnLst/>
            <a:rect r="r" b="b" t="t" l="l"/>
            <a:pathLst>
              <a:path h="816376" w="908921">
                <a:moveTo>
                  <a:pt x="0" y="0"/>
                </a:moveTo>
                <a:lnTo>
                  <a:pt x="908921" y="0"/>
                </a:lnTo>
                <a:lnTo>
                  <a:pt x="908921" y="816376"/>
                </a:lnTo>
                <a:lnTo>
                  <a:pt x="0" y="8163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829275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22855" y="2597728"/>
            <a:ext cx="3107884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2499">
                <a:solidFill>
                  <a:srgbClr val="004A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Sprint overview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Progress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Statistics &amp; reports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51D40"/>
                </a:solidFill>
                <a:latin typeface="Open Sans"/>
                <a:ea typeface="Open Sans"/>
                <a:cs typeface="Open Sans"/>
                <a:sym typeface="Open Sans"/>
              </a:rPr>
              <a:t>Activity summary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83096" y="2554547"/>
            <a:ext cx="333677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3BAA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&amp; manage tasks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Drag &amp; drop workflow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Task status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organization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96123" y="5977415"/>
            <a:ext cx="3677852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9F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Manage team members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Assign roles &amp; permissions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Workload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 collaboration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91647" y="7768115"/>
            <a:ext cx="2916138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>
                <a:solidFill>
                  <a:srgbClr val="5121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Gemini AI Assistant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Smart suggestions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 assistance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 solving help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Task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50450" y="6039281"/>
            <a:ext cx="3443734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Profile &amp; account settings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Theme (Dark / Light)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Preferences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Notifications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41309" y="6812635"/>
            <a:ext cx="1003219" cy="638412"/>
          </a:xfrm>
          <a:custGeom>
            <a:avLst/>
            <a:gdLst/>
            <a:ahLst/>
            <a:cxnLst/>
            <a:rect r="r" b="b" t="t" l="l"/>
            <a:pathLst>
              <a:path h="638412" w="1003219">
                <a:moveTo>
                  <a:pt x="0" y="0"/>
                </a:moveTo>
                <a:lnTo>
                  <a:pt x="1003220" y="0"/>
                </a:lnTo>
                <a:lnTo>
                  <a:pt x="1003220" y="638412"/>
                </a:lnTo>
                <a:lnTo>
                  <a:pt x="0" y="6384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8247" y="1338326"/>
            <a:ext cx="11856659" cy="8849357"/>
          </a:xfrm>
          <a:custGeom>
            <a:avLst/>
            <a:gdLst/>
            <a:ahLst/>
            <a:cxnLst/>
            <a:rect r="r" b="b" t="t" l="l"/>
            <a:pathLst>
              <a:path h="8849357" w="11856659">
                <a:moveTo>
                  <a:pt x="0" y="0"/>
                </a:moveTo>
                <a:lnTo>
                  <a:pt x="11856659" y="0"/>
                </a:lnTo>
                <a:lnTo>
                  <a:pt x="11856659" y="8849357"/>
                </a:lnTo>
                <a:lnTo>
                  <a:pt x="0" y="8849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76" t="-7538" r="-14347" b="-18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815" y="5302932"/>
            <a:ext cx="6591664" cy="2432944"/>
          </a:xfrm>
          <a:custGeom>
            <a:avLst/>
            <a:gdLst/>
            <a:ahLst/>
            <a:cxnLst/>
            <a:rect r="r" b="b" t="t" l="l"/>
            <a:pathLst>
              <a:path h="2432944" w="6591664">
                <a:moveTo>
                  <a:pt x="0" y="0"/>
                </a:moveTo>
                <a:lnTo>
                  <a:pt x="6591665" y="0"/>
                </a:lnTo>
                <a:lnTo>
                  <a:pt x="6591665" y="2432944"/>
                </a:lnTo>
                <a:lnTo>
                  <a:pt x="0" y="243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7" t="-68904" r="-14812" b="-664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815" y="1993770"/>
            <a:ext cx="5652277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6"/>
              </a:lnSpc>
            </a:pPr>
            <a:r>
              <a:rPr lang="en-US" sz="1045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4AA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name="AutoShape 4" id="4"/>
          <p:cNvSpPr/>
          <p:nvPr/>
        </p:nvSpPr>
        <p:spPr>
          <a:xfrm>
            <a:off x="991870" y="4217490"/>
            <a:ext cx="5047545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7588905" y="198674"/>
            <a:ext cx="10373138" cy="1728944"/>
            <a:chOff x="0" y="0"/>
            <a:chExt cx="2732020" cy="45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5578" y="-2827677"/>
            <a:ext cx="3852747" cy="38527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36869" y="8784038"/>
            <a:ext cx="3852747" cy="38527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55249" y="7667731"/>
            <a:ext cx="3852747" cy="3700347"/>
            <a:chOff x="0" y="0"/>
            <a:chExt cx="812800" cy="7806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80649"/>
            </a:xfrm>
            <a:custGeom>
              <a:avLst/>
              <a:gdLst/>
              <a:ahLst/>
              <a:cxnLst/>
              <a:rect r="r" b="b" t="t" l="l"/>
              <a:pathLst>
                <a:path h="780649" w="812800">
                  <a:moveTo>
                    <a:pt x="406400" y="0"/>
                  </a:moveTo>
                  <a:cubicBezTo>
                    <a:pt x="181951" y="0"/>
                    <a:pt x="0" y="174754"/>
                    <a:pt x="0" y="390324"/>
                  </a:cubicBezTo>
                  <a:cubicBezTo>
                    <a:pt x="0" y="605895"/>
                    <a:pt x="181951" y="780649"/>
                    <a:pt x="406400" y="780649"/>
                  </a:cubicBezTo>
                  <a:cubicBezTo>
                    <a:pt x="630849" y="780649"/>
                    <a:pt x="812800" y="605895"/>
                    <a:pt x="812800" y="390324"/>
                  </a:cubicBezTo>
                  <a:cubicBezTo>
                    <a:pt x="812800" y="17475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5086"/>
              <a:ext cx="660400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8905" y="2203320"/>
            <a:ext cx="10373138" cy="1728944"/>
            <a:chOff x="0" y="0"/>
            <a:chExt cx="2732020" cy="45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88905" y="4207965"/>
            <a:ext cx="10373138" cy="1728944"/>
            <a:chOff x="0" y="0"/>
            <a:chExt cx="2732020" cy="45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88905" y="6212611"/>
            <a:ext cx="10373138" cy="1728944"/>
            <a:chOff x="0" y="0"/>
            <a:chExt cx="2732020" cy="45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88905" y="8217256"/>
            <a:ext cx="10373138" cy="1728944"/>
            <a:chOff x="0" y="0"/>
            <a:chExt cx="2732020" cy="45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25093" y="401787"/>
            <a:ext cx="1242707" cy="1322717"/>
            <a:chOff x="0" y="0"/>
            <a:chExt cx="327297" cy="348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25093" y="2408998"/>
            <a:ext cx="1242707" cy="1322717"/>
            <a:chOff x="0" y="0"/>
            <a:chExt cx="327297" cy="3483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25093" y="4418038"/>
            <a:ext cx="1242707" cy="1322717"/>
            <a:chOff x="0" y="0"/>
            <a:chExt cx="327297" cy="348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25093" y="6413159"/>
            <a:ext cx="1242707" cy="1322717"/>
            <a:chOff x="0" y="0"/>
            <a:chExt cx="327297" cy="3483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25093" y="8427329"/>
            <a:ext cx="1242707" cy="1322717"/>
            <a:chOff x="0" y="0"/>
            <a:chExt cx="327297" cy="3483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9453453" y="661208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V="true">
            <a:off x="17373735" y="1002422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6" id="46"/>
          <p:cNvSpPr/>
          <p:nvPr/>
        </p:nvSpPr>
        <p:spPr>
          <a:xfrm flipV="true">
            <a:off x="9462978" y="8547388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7" id="47"/>
          <p:cNvSpPr/>
          <p:nvPr/>
        </p:nvSpPr>
        <p:spPr>
          <a:xfrm flipV="true">
            <a:off x="9443928" y="4602200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8" id="48"/>
          <p:cNvSpPr/>
          <p:nvPr/>
        </p:nvSpPr>
        <p:spPr>
          <a:xfrm flipV="true">
            <a:off x="9491553" y="2529056"/>
            <a:ext cx="0" cy="1082600"/>
          </a:xfrm>
          <a:prstGeom prst="line">
            <a:avLst/>
          </a:prstGeom>
          <a:ln cap="flat" w="19050">
            <a:solidFill>
              <a:srgbClr val="004AA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9" id="49"/>
          <p:cNvSpPr/>
          <p:nvPr/>
        </p:nvSpPr>
        <p:spPr>
          <a:xfrm flipV="true">
            <a:off x="9482028" y="521846"/>
            <a:ext cx="0" cy="1082600"/>
          </a:xfrm>
          <a:prstGeom prst="line">
            <a:avLst/>
          </a:prstGeom>
          <a:ln cap="flat" w="19050">
            <a:solidFill>
              <a:srgbClr val="064D6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2446762" y="996495"/>
            <a:ext cx="2707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Solutions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 (AI-Sprint)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9742" y="335112"/>
            <a:ext cx="35773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91603" y="1000125"/>
            <a:ext cx="23260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83339" y="1020445"/>
            <a:ext cx="2163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 Diagram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41662" y="2406916"/>
            <a:ext cx="30338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System Design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91603" y="3075571"/>
            <a:ext cx="24133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41662" y="4405159"/>
            <a:ext cx="50329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Implementation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15403" y="5073814"/>
            <a:ext cx="177988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70028" y="5073814"/>
            <a:ext cx="230455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719742" y="6413159"/>
            <a:ext cx="46827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&amp; Future Work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891603" y="7048507"/>
            <a:ext cx="187037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/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19742" y="8417804"/>
            <a:ext cx="22919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891603" y="9057884"/>
            <a:ext cx="145643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17532" y="5050822"/>
            <a:ext cx="188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7373735" y="45152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7376594" y="247359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40312"/>
            <a:ext cx="4827192" cy="2558001"/>
            <a:chOff x="0" y="0"/>
            <a:chExt cx="1271359" cy="67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0404" y="2740312"/>
            <a:ext cx="4827192" cy="2558001"/>
            <a:chOff x="0" y="0"/>
            <a:chExt cx="1271359" cy="6737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32108" y="2740312"/>
            <a:ext cx="4827192" cy="2558001"/>
            <a:chOff x="0" y="0"/>
            <a:chExt cx="1271359" cy="673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32108" y="6700299"/>
            <a:ext cx="4827192" cy="2558001"/>
            <a:chOff x="0" y="0"/>
            <a:chExt cx="1271359" cy="673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30404" y="6700299"/>
            <a:ext cx="4827192" cy="2558001"/>
            <a:chOff x="0" y="0"/>
            <a:chExt cx="1271359" cy="673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700299"/>
            <a:ext cx="4827192" cy="2558001"/>
            <a:chOff x="0" y="0"/>
            <a:chExt cx="1271359" cy="673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1359" cy="673712"/>
            </a:xfrm>
            <a:custGeom>
              <a:avLst/>
              <a:gdLst/>
              <a:ahLst/>
              <a:cxnLst/>
              <a:rect r="r" b="b" t="t" l="l"/>
              <a:pathLst>
                <a:path h="673712" w="1271359">
                  <a:moveTo>
                    <a:pt x="64153" y="0"/>
                  </a:moveTo>
                  <a:lnTo>
                    <a:pt x="1207207" y="0"/>
                  </a:lnTo>
                  <a:cubicBezTo>
                    <a:pt x="1224221" y="0"/>
                    <a:pt x="1240539" y="6759"/>
                    <a:pt x="1252569" y="18790"/>
                  </a:cubicBezTo>
                  <a:cubicBezTo>
                    <a:pt x="1264600" y="30821"/>
                    <a:pt x="1271359" y="47138"/>
                    <a:pt x="1271359" y="64153"/>
                  </a:cubicBezTo>
                  <a:lnTo>
                    <a:pt x="1271359" y="609560"/>
                  </a:lnTo>
                  <a:cubicBezTo>
                    <a:pt x="1271359" y="626574"/>
                    <a:pt x="1264600" y="642891"/>
                    <a:pt x="1252569" y="654922"/>
                  </a:cubicBezTo>
                  <a:cubicBezTo>
                    <a:pt x="1240539" y="666953"/>
                    <a:pt x="1224221" y="673712"/>
                    <a:pt x="1207207" y="673712"/>
                  </a:cubicBezTo>
                  <a:lnTo>
                    <a:pt x="64153" y="673712"/>
                  </a:lnTo>
                  <a:cubicBezTo>
                    <a:pt x="47138" y="673712"/>
                    <a:pt x="30821" y="666953"/>
                    <a:pt x="18790" y="654922"/>
                  </a:cubicBezTo>
                  <a:cubicBezTo>
                    <a:pt x="6759" y="642891"/>
                    <a:pt x="0" y="626574"/>
                    <a:pt x="0" y="609560"/>
                  </a:cubicBezTo>
                  <a:lnTo>
                    <a:pt x="0" y="64153"/>
                  </a:lnTo>
                  <a:cubicBezTo>
                    <a:pt x="0" y="47138"/>
                    <a:pt x="6759" y="30821"/>
                    <a:pt x="18790" y="18790"/>
                  </a:cubicBezTo>
                  <a:cubicBezTo>
                    <a:pt x="30821" y="6759"/>
                    <a:pt x="47138" y="0"/>
                    <a:pt x="6415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71359" cy="711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9356" y="6462394"/>
            <a:ext cx="3605881" cy="785576"/>
            <a:chOff x="0" y="0"/>
            <a:chExt cx="1511139" cy="329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Assistant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39356" y="2347524"/>
            <a:ext cx="3605881" cy="785576"/>
            <a:chOff x="0" y="0"/>
            <a:chExt cx="1511139" cy="329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Front-End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41059" y="2347524"/>
            <a:ext cx="3605881" cy="785576"/>
            <a:chOff x="0" y="0"/>
            <a:chExt cx="1511139" cy="329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Back-End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43496" y="2347524"/>
            <a:ext cx="3605881" cy="785576"/>
            <a:chOff x="0" y="0"/>
            <a:chExt cx="1511139" cy="329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Database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41059" y="6462394"/>
            <a:ext cx="3605881" cy="785576"/>
            <a:chOff x="0" y="0"/>
            <a:chExt cx="1511139" cy="329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Version Control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043496" y="6462394"/>
            <a:ext cx="3605881" cy="785576"/>
            <a:chOff x="0" y="0"/>
            <a:chExt cx="1511139" cy="329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11139" cy="329216"/>
            </a:xfrm>
            <a:custGeom>
              <a:avLst/>
              <a:gdLst/>
              <a:ahLst/>
              <a:cxnLst/>
              <a:rect r="r" b="b" t="t" l="l"/>
              <a:pathLst>
                <a:path h="329216" w="1511139">
                  <a:moveTo>
                    <a:pt x="164608" y="0"/>
                  </a:moveTo>
                  <a:lnTo>
                    <a:pt x="1346531" y="0"/>
                  </a:lnTo>
                  <a:cubicBezTo>
                    <a:pt x="1390188" y="0"/>
                    <a:pt x="1432056" y="17343"/>
                    <a:pt x="1462926" y="48213"/>
                  </a:cubicBezTo>
                  <a:cubicBezTo>
                    <a:pt x="1493796" y="79083"/>
                    <a:pt x="1511139" y="120951"/>
                    <a:pt x="1511139" y="164608"/>
                  </a:cubicBezTo>
                  <a:lnTo>
                    <a:pt x="1511139" y="164608"/>
                  </a:lnTo>
                  <a:cubicBezTo>
                    <a:pt x="1511139" y="255519"/>
                    <a:pt x="1437441" y="329216"/>
                    <a:pt x="1346531" y="329216"/>
                  </a:cubicBezTo>
                  <a:lnTo>
                    <a:pt x="164608" y="329216"/>
                  </a:lnTo>
                  <a:cubicBezTo>
                    <a:pt x="73698" y="329216"/>
                    <a:pt x="0" y="255519"/>
                    <a:pt x="0" y="164608"/>
                  </a:cubicBezTo>
                  <a:lnTo>
                    <a:pt x="0" y="164608"/>
                  </a:lnTo>
                  <a:cubicBezTo>
                    <a:pt x="0" y="73698"/>
                    <a:pt x="73698" y="0"/>
                    <a:pt x="16460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511139" cy="37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85511" y="3603500"/>
            <a:ext cx="953343" cy="892676"/>
          </a:xfrm>
          <a:custGeom>
            <a:avLst/>
            <a:gdLst/>
            <a:ahLst/>
            <a:cxnLst/>
            <a:rect r="r" b="b" t="t" l="l"/>
            <a:pathLst>
              <a:path h="892676" w="953343">
                <a:moveTo>
                  <a:pt x="0" y="0"/>
                </a:moveTo>
                <a:lnTo>
                  <a:pt x="953343" y="0"/>
                </a:lnTo>
                <a:lnTo>
                  <a:pt x="953343" y="892675"/>
                </a:lnTo>
                <a:lnTo>
                  <a:pt x="0" y="892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2838904" y="3576206"/>
            <a:ext cx="1206784" cy="886212"/>
          </a:xfrm>
          <a:custGeom>
            <a:avLst/>
            <a:gdLst/>
            <a:ahLst/>
            <a:cxnLst/>
            <a:rect r="r" b="b" t="t" l="l"/>
            <a:pathLst>
              <a:path h="886212" w="1206784">
                <a:moveTo>
                  <a:pt x="0" y="0"/>
                </a:moveTo>
                <a:lnTo>
                  <a:pt x="1206784" y="0"/>
                </a:lnTo>
                <a:lnTo>
                  <a:pt x="1206784" y="886213"/>
                </a:lnTo>
                <a:lnTo>
                  <a:pt x="0" y="886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45" t="-17601" r="-33108" b="-31784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445779" y="3603500"/>
            <a:ext cx="1043609" cy="831626"/>
          </a:xfrm>
          <a:custGeom>
            <a:avLst/>
            <a:gdLst/>
            <a:ahLst/>
            <a:cxnLst/>
            <a:rect r="r" b="b" t="t" l="l"/>
            <a:pathLst>
              <a:path h="831626" w="1043609">
                <a:moveTo>
                  <a:pt x="0" y="0"/>
                </a:moveTo>
                <a:lnTo>
                  <a:pt x="1043608" y="0"/>
                </a:lnTo>
                <a:lnTo>
                  <a:pt x="1043608" y="831625"/>
                </a:lnTo>
                <a:lnTo>
                  <a:pt x="0" y="831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160954" y="3501419"/>
            <a:ext cx="939742" cy="1035788"/>
          </a:xfrm>
          <a:custGeom>
            <a:avLst/>
            <a:gdLst/>
            <a:ahLst/>
            <a:cxnLst/>
            <a:rect r="r" b="b" t="t" l="l"/>
            <a:pathLst>
              <a:path h="1035788" w="939742">
                <a:moveTo>
                  <a:pt x="0" y="0"/>
                </a:moveTo>
                <a:lnTo>
                  <a:pt x="939742" y="0"/>
                </a:lnTo>
                <a:lnTo>
                  <a:pt x="939742" y="1035787"/>
                </a:lnTo>
                <a:lnTo>
                  <a:pt x="0" y="1035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500746" y="3571938"/>
            <a:ext cx="2722693" cy="863188"/>
          </a:xfrm>
          <a:custGeom>
            <a:avLst/>
            <a:gdLst/>
            <a:ahLst/>
            <a:cxnLst/>
            <a:rect r="r" b="b" t="t" l="l"/>
            <a:pathLst>
              <a:path h="863188" w="2722693">
                <a:moveTo>
                  <a:pt x="0" y="0"/>
                </a:moveTo>
                <a:lnTo>
                  <a:pt x="2722693" y="0"/>
                </a:lnTo>
                <a:lnTo>
                  <a:pt x="2722693" y="863187"/>
                </a:lnTo>
                <a:lnTo>
                  <a:pt x="0" y="863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3720" t="-110664" r="-33317" b="-140587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224471" y="3236193"/>
            <a:ext cx="3254577" cy="1627289"/>
          </a:xfrm>
          <a:custGeom>
            <a:avLst/>
            <a:gdLst/>
            <a:ahLst/>
            <a:cxnLst/>
            <a:rect r="r" b="b" t="t" l="l"/>
            <a:pathLst>
              <a:path h="1627289" w="3254577">
                <a:moveTo>
                  <a:pt x="0" y="0"/>
                </a:moveTo>
                <a:lnTo>
                  <a:pt x="3254577" y="0"/>
                </a:lnTo>
                <a:lnTo>
                  <a:pt x="3254577" y="1627289"/>
                </a:lnTo>
                <a:lnTo>
                  <a:pt x="0" y="16272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264399" y="7404794"/>
            <a:ext cx="1149011" cy="1149011"/>
          </a:xfrm>
          <a:custGeom>
            <a:avLst/>
            <a:gdLst/>
            <a:ahLst/>
            <a:cxnLst/>
            <a:rect r="r" b="b" t="t" l="l"/>
            <a:pathLst>
              <a:path h="1149011" w="1149011">
                <a:moveTo>
                  <a:pt x="0" y="0"/>
                </a:moveTo>
                <a:lnTo>
                  <a:pt x="1149011" y="0"/>
                </a:lnTo>
                <a:lnTo>
                  <a:pt x="1149011" y="1149011"/>
                </a:lnTo>
                <a:lnTo>
                  <a:pt x="0" y="11490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020191" y="8131699"/>
            <a:ext cx="422105" cy="422105"/>
          </a:xfrm>
          <a:custGeom>
            <a:avLst/>
            <a:gdLst/>
            <a:ahLst/>
            <a:cxnLst/>
            <a:rect r="r" b="b" t="t" l="l"/>
            <a:pathLst>
              <a:path h="422105" w="422105">
                <a:moveTo>
                  <a:pt x="0" y="0"/>
                </a:moveTo>
                <a:lnTo>
                  <a:pt x="422105" y="0"/>
                </a:lnTo>
                <a:lnTo>
                  <a:pt x="422105" y="422106"/>
                </a:lnTo>
                <a:lnTo>
                  <a:pt x="0" y="422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7654800" y="7533404"/>
            <a:ext cx="1126475" cy="1126475"/>
          </a:xfrm>
          <a:custGeom>
            <a:avLst/>
            <a:gdLst/>
            <a:ahLst/>
            <a:cxnLst/>
            <a:rect r="r" b="b" t="t" l="l"/>
            <a:pathLst>
              <a:path h="1126475" w="1126475">
                <a:moveTo>
                  <a:pt x="0" y="0"/>
                </a:moveTo>
                <a:lnTo>
                  <a:pt x="1126476" y="0"/>
                </a:lnTo>
                <a:lnTo>
                  <a:pt x="1126476" y="1126475"/>
                </a:lnTo>
                <a:lnTo>
                  <a:pt x="0" y="1126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417176" y="7382390"/>
            <a:ext cx="1529764" cy="1428502"/>
          </a:xfrm>
          <a:custGeom>
            <a:avLst/>
            <a:gdLst/>
            <a:ahLst/>
            <a:cxnLst/>
            <a:rect r="r" b="b" t="t" l="l"/>
            <a:pathLst>
              <a:path h="1428502" w="1529764">
                <a:moveTo>
                  <a:pt x="0" y="0"/>
                </a:moveTo>
                <a:lnTo>
                  <a:pt x="1529765" y="0"/>
                </a:lnTo>
                <a:lnTo>
                  <a:pt x="1529765" y="1428503"/>
                </a:lnTo>
                <a:lnTo>
                  <a:pt x="0" y="1428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6662" t="-21191" r="-52056" b="-27818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113577" y="7387915"/>
            <a:ext cx="3465718" cy="1487570"/>
          </a:xfrm>
          <a:custGeom>
            <a:avLst/>
            <a:gdLst/>
            <a:ahLst/>
            <a:cxnLst/>
            <a:rect r="r" b="b" t="t" l="l"/>
            <a:pathLst>
              <a:path h="1487570" w="3465718">
                <a:moveTo>
                  <a:pt x="0" y="0"/>
                </a:moveTo>
                <a:lnTo>
                  <a:pt x="3465719" y="0"/>
                </a:lnTo>
                <a:lnTo>
                  <a:pt x="3465719" y="1487569"/>
                </a:lnTo>
                <a:lnTo>
                  <a:pt x="0" y="1487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2167" t="-58719" r="-17478" b="-58177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93003" y="7782450"/>
            <a:ext cx="9053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Gemini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48011" y="8738221"/>
            <a:ext cx="268095" cy="24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81827" y="8738221"/>
            <a:ext cx="672422" cy="24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 hub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483955" y="4508631"/>
            <a:ext cx="967255" cy="24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Boot Strap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50844" y="4508631"/>
            <a:ext cx="513554" cy="24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216565" y="4508631"/>
            <a:ext cx="393689" cy="24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051D4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Sass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2774" y="422683"/>
            <a:ext cx="14162452" cy="9441634"/>
          </a:xfrm>
          <a:custGeom>
            <a:avLst/>
            <a:gdLst/>
            <a:ahLst/>
            <a:cxnLst/>
            <a:rect r="r" b="b" t="t" l="l"/>
            <a:pathLst>
              <a:path h="9441634" w="14162452">
                <a:moveTo>
                  <a:pt x="0" y="0"/>
                </a:moveTo>
                <a:lnTo>
                  <a:pt x="14162452" y="0"/>
                </a:lnTo>
                <a:lnTo>
                  <a:pt x="14162452" y="9441634"/>
                </a:lnTo>
                <a:lnTo>
                  <a:pt x="0" y="944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815" y="5302932"/>
            <a:ext cx="6591664" cy="2432944"/>
          </a:xfrm>
          <a:custGeom>
            <a:avLst/>
            <a:gdLst/>
            <a:ahLst/>
            <a:cxnLst/>
            <a:rect r="r" b="b" t="t" l="l"/>
            <a:pathLst>
              <a:path h="2432944" w="6591664">
                <a:moveTo>
                  <a:pt x="0" y="0"/>
                </a:moveTo>
                <a:lnTo>
                  <a:pt x="6591665" y="0"/>
                </a:lnTo>
                <a:lnTo>
                  <a:pt x="6591665" y="2432944"/>
                </a:lnTo>
                <a:lnTo>
                  <a:pt x="0" y="243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7" t="-68904" r="-14812" b="-664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815" y="1993770"/>
            <a:ext cx="5652277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6"/>
              </a:lnSpc>
            </a:pPr>
            <a:r>
              <a:rPr lang="en-US" sz="1045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4AA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name="AutoShape 4" id="4"/>
          <p:cNvSpPr/>
          <p:nvPr/>
        </p:nvSpPr>
        <p:spPr>
          <a:xfrm>
            <a:off x="991870" y="4217490"/>
            <a:ext cx="5047545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7588905" y="198674"/>
            <a:ext cx="10373138" cy="1728944"/>
            <a:chOff x="0" y="0"/>
            <a:chExt cx="2732020" cy="45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5578" y="-2827677"/>
            <a:ext cx="3852747" cy="38527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36869" y="8784038"/>
            <a:ext cx="3852747" cy="38527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55249" y="7667731"/>
            <a:ext cx="3852747" cy="3700347"/>
            <a:chOff x="0" y="0"/>
            <a:chExt cx="812800" cy="7806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80649"/>
            </a:xfrm>
            <a:custGeom>
              <a:avLst/>
              <a:gdLst/>
              <a:ahLst/>
              <a:cxnLst/>
              <a:rect r="r" b="b" t="t" l="l"/>
              <a:pathLst>
                <a:path h="780649" w="812800">
                  <a:moveTo>
                    <a:pt x="406400" y="0"/>
                  </a:moveTo>
                  <a:cubicBezTo>
                    <a:pt x="181951" y="0"/>
                    <a:pt x="0" y="174754"/>
                    <a:pt x="0" y="390324"/>
                  </a:cubicBezTo>
                  <a:cubicBezTo>
                    <a:pt x="0" y="605895"/>
                    <a:pt x="181951" y="780649"/>
                    <a:pt x="406400" y="780649"/>
                  </a:cubicBezTo>
                  <a:cubicBezTo>
                    <a:pt x="630849" y="780649"/>
                    <a:pt x="812800" y="605895"/>
                    <a:pt x="812800" y="390324"/>
                  </a:cubicBezTo>
                  <a:cubicBezTo>
                    <a:pt x="812800" y="17475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5086"/>
              <a:ext cx="660400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8905" y="2203320"/>
            <a:ext cx="10373138" cy="1728944"/>
            <a:chOff x="0" y="0"/>
            <a:chExt cx="2732020" cy="45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88905" y="4207965"/>
            <a:ext cx="10373138" cy="1728944"/>
            <a:chOff x="0" y="0"/>
            <a:chExt cx="2732020" cy="45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88905" y="6212611"/>
            <a:ext cx="10373138" cy="1728944"/>
            <a:chOff x="0" y="0"/>
            <a:chExt cx="2732020" cy="45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88905" y="8217256"/>
            <a:ext cx="10373138" cy="1728944"/>
            <a:chOff x="0" y="0"/>
            <a:chExt cx="2732020" cy="45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25093" y="401787"/>
            <a:ext cx="1242707" cy="1322717"/>
            <a:chOff x="0" y="0"/>
            <a:chExt cx="327297" cy="348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25093" y="2408998"/>
            <a:ext cx="1242707" cy="1322717"/>
            <a:chOff x="0" y="0"/>
            <a:chExt cx="327297" cy="3483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25093" y="4418038"/>
            <a:ext cx="1242707" cy="1322717"/>
            <a:chOff x="0" y="0"/>
            <a:chExt cx="327297" cy="348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25093" y="6413159"/>
            <a:ext cx="1242707" cy="1322717"/>
            <a:chOff x="0" y="0"/>
            <a:chExt cx="327297" cy="3483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25093" y="8427329"/>
            <a:ext cx="1242707" cy="1322717"/>
            <a:chOff x="0" y="0"/>
            <a:chExt cx="327297" cy="3483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9453453" y="661208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V="true">
            <a:off x="17373735" y="1002422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6" id="46"/>
          <p:cNvSpPr/>
          <p:nvPr/>
        </p:nvSpPr>
        <p:spPr>
          <a:xfrm flipV="true">
            <a:off x="9462978" y="8547388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7" id="47"/>
          <p:cNvSpPr/>
          <p:nvPr/>
        </p:nvSpPr>
        <p:spPr>
          <a:xfrm flipV="true">
            <a:off x="9443928" y="4602200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8" id="48"/>
          <p:cNvSpPr/>
          <p:nvPr/>
        </p:nvSpPr>
        <p:spPr>
          <a:xfrm flipV="true">
            <a:off x="9491553" y="2529056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9" id="49"/>
          <p:cNvSpPr/>
          <p:nvPr/>
        </p:nvSpPr>
        <p:spPr>
          <a:xfrm flipV="true">
            <a:off x="9482028" y="521846"/>
            <a:ext cx="0" cy="1082600"/>
          </a:xfrm>
          <a:prstGeom prst="line">
            <a:avLst/>
          </a:prstGeom>
          <a:ln cap="flat" w="19050">
            <a:solidFill>
              <a:srgbClr val="064D6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2446762" y="996495"/>
            <a:ext cx="2707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Solutions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 (AI-Sprint)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9742" y="335112"/>
            <a:ext cx="35773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91603" y="1000125"/>
            <a:ext cx="23260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83339" y="1020445"/>
            <a:ext cx="2163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 Diagram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41662" y="2406916"/>
            <a:ext cx="30338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91603" y="3075571"/>
            <a:ext cx="24133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41662" y="4405159"/>
            <a:ext cx="50329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System Implementation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15403" y="5073814"/>
            <a:ext cx="177988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70028" y="5073814"/>
            <a:ext cx="230455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517532" y="5050822"/>
            <a:ext cx="188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9742" y="6413159"/>
            <a:ext cx="46827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&amp; Future Work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91603" y="7048507"/>
            <a:ext cx="187037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/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19742" y="8417804"/>
            <a:ext cx="22919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891603" y="9057884"/>
            <a:ext cx="145643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7373735" y="45152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7373735" y="247359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373735" y="449566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59175" y="1436572"/>
            <a:ext cx="10100125" cy="5527750"/>
          </a:xfrm>
          <a:custGeom>
            <a:avLst/>
            <a:gdLst/>
            <a:ahLst/>
            <a:cxnLst/>
            <a:rect r="r" b="b" t="t" l="l"/>
            <a:pathLst>
              <a:path h="5527750" w="10100125">
                <a:moveTo>
                  <a:pt x="0" y="0"/>
                </a:moveTo>
                <a:lnTo>
                  <a:pt x="10100125" y="0"/>
                </a:lnTo>
                <a:lnTo>
                  <a:pt x="10100125" y="5527750"/>
                </a:lnTo>
                <a:lnTo>
                  <a:pt x="0" y="552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90" t="-1841" r="-14174" b="-24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20830"/>
            <a:ext cx="6130475" cy="8294463"/>
          </a:xfrm>
          <a:custGeom>
            <a:avLst/>
            <a:gdLst/>
            <a:ahLst/>
            <a:cxnLst/>
            <a:rect r="r" b="b" t="t" l="l"/>
            <a:pathLst>
              <a:path h="8294463" w="6130475">
                <a:moveTo>
                  <a:pt x="0" y="0"/>
                </a:moveTo>
                <a:lnTo>
                  <a:pt x="6130475" y="0"/>
                </a:lnTo>
                <a:lnTo>
                  <a:pt x="6130475" y="8294463"/>
                </a:lnTo>
                <a:lnTo>
                  <a:pt x="0" y="8294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818" t="-21477" r="0" b="-2181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61187" y="6964322"/>
            <a:ext cx="10524800" cy="3917523"/>
          </a:xfrm>
          <a:custGeom>
            <a:avLst/>
            <a:gdLst/>
            <a:ahLst/>
            <a:cxnLst/>
            <a:rect r="r" b="b" t="t" l="l"/>
            <a:pathLst>
              <a:path h="3917523" w="10524800">
                <a:moveTo>
                  <a:pt x="0" y="0"/>
                </a:moveTo>
                <a:lnTo>
                  <a:pt x="10524801" y="0"/>
                </a:lnTo>
                <a:lnTo>
                  <a:pt x="10524801" y="3917523"/>
                </a:lnTo>
                <a:lnTo>
                  <a:pt x="0" y="3917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715" t="-176512" r="-366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89147" y="2370193"/>
            <a:ext cx="11070153" cy="4788284"/>
          </a:xfrm>
          <a:custGeom>
            <a:avLst/>
            <a:gdLst/>
            <a:ahLst/>
            <a:cxnLst/>
            <a:rect r="r" b="b" t="t" l="l"/>
            <a:pathLst>
              <a:path h="4788284" w="11070153">
                <a:moveTo>
                  <a:pt x="0" y="0"/>
                </a:moveTo>
                <a:lnTo>
                  <a:pt x="11070153" y="0"/>
                </a:lnTo>
                <a:lnTo>
                  <a:pt x="11070153" y="4788284"/>
                </a:lnTo>
                <a:lnTo>
                  <a:pt x="0" y="478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8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1457" y="2009059"/>
            <a:ext cx="5196707" cy="7534122"/>
          </a:xfrm>
          <a:custGeom>
            <a:avLst/>
            <a:gdLst/>
            <a:ahLst/>
            <a:cxnLst/>
            <a:rect r="r" b="b" t="t" l="l"/>
            <a:pathLst>
              <a:path h="7534122" w="5196707">
                <a:moveTo>
                  <a:pt x="0" y="0"/>
                </a:moveTo>
                <a:lnTo>
                  <a:pt x="5196707" y="0"/>
                </a:lnTo>
                <a:lnTo>
                  <a:pt x="5196707" y="7534121"/>
                </a:lnTo>
                <a:lnTo>
                  <a:pt x="0" y="7534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111" r="-229591" b="-2644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57154" y="7158477"/>
            <a:ext cx="9934140" cy="823727"/>
          </a:xfrm>
          <a:custGeom>
            <a:avLst/>
            <a:gdLst/>
            <a:ahLst/>
            <a:cxnLst/>
            <a:rect r="r" b="b" t="t" l="l"/>
            <a:pathLst>
              <a:path h="823727" w="9934140">
                <a:moveTo>
                  <a:pt x="0" y="0"/>
                </a:moveTo>
                <a:lnTo>
                  <a:pt x="9934140" y="0"/>
                </a:lnTo>
                <a:lnTo>
                  <a:pt x="9934140" y="823727"/>
                </a:lnTo>
                <a:lnTo>
                  <a:pt x="0" y="823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785" t="-784850" r="-2399" b="-282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89147" y="7982204"/>
            <a:ext cx="8864089" cy="2219621"/>
          </a:xfrm>
          <a:custGeom>
            <a:avLst/>
            <a:gdLst/>
            <a:ahLst/>
            <a:cxnLst/>
            <a:rect r="r" b="b" t="t" l="l"/>
            <a:pathLst>
              <a:path h="2219621" w="8864089">
                <a:moveTo>
                  <a:pt x="0" y="0"/>
                </a:moveTo>
                <a:lnTo>
                  <a:pt x="8864090" y="0"/>
                </a:lnTo>
                <a:lnTo>
                  <a:pt x="8864090" y="2219620"/>
                </a:lnTo>
                <a:lnTo>
                  <a:pt x="0" y="2219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65" t="-390739" r="-38021" b="-355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DASH BOARD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09719" y="8059603"/>
            <a:ext cx="2654009" cy="2142222"/>
          </a:xfrm>
          <a:custGeom>
            <a:avLst/>
            <a:gdLst/>
            <a:ahLst/>
            <a:cxnLst/>
            <a:rect r="r" b="b" t="t" l="l"/>
            <a:pathLst>
              <a:path h="2142222" w="2654009">
                <a:moveTo>
                  <a:pt x="0" y="0"/>
                </a:moveTo>
                <a:lnTo>
                  <a:pt x="2654009" y="0"/>
                </a:lnTo>
                <a:lnTo>
                  <a:pt x="2654009" y="2142221"/>
                </a:lnTo>
                <a:lnTo>
                  <a:pt x="0" y="2142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6100" t="-407828" r="-24641" b="-37901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3027" y="2355629"/>
            <a:ext cx="11126273" cy="4653168"/>
          </a:xfrm>
          <a:custGeom>
            <a:avLst/>
            <a:gdLst/>
            <a:ahLst/>
            <a:cxnLst/>
            <a:rect r="r" b="b" t="t" l="l"/>
            <a:pathLst>
              <a:path h="4653168" w="11126273">
                <a:moveTo>
                  <a:pt x="0" y="0"/>
                </a:moveTo>
                <a:lnTo>
                  <a:pt x="11126273" y="0"/>
                </a:lnTo>
                <a:lnTo>
                  <a:pt x="11126273" y="4653168"/>
                </a:lnTo>
                <a:lnTo>
                  <a:pt x="0" y="465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90" r="0" b="-40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5383" y="1688547"/>
            <a:ext cx="4960939" cy="7569753"/>
          </a:xfrm>
          <a:custGeom>
            <a:avLst/>
            <a:gdLst/>
            <a:ahLst/>
            <a:cxnLst/>
            <a:rect r="r" b="b" t="t" l="l"/>
            <a:pathLst>
              <a:path h="7569753" w="4960939">
                <a:moveTo>
                  <a:pt x="0" y="0"/>
                </a:moveTo>
                <a:lnTo>
                  <a:pt x="4960939" y="0"/>
                </a:lnTo>
                <a:lnTo>
                  <a:pt x="4960939" y="7569753"/>
                </a:lnTo>
                <a:lnTo>
                  <a:pt x="0" y="7569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76" t="-28348" r="-260656" b="-3030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29094" y="7197776"/>
            <a:ext cx="9934140" cy="823727"/>
          </a:xfrm>
          <a:custGeom>
            <a:avLst/>
            <a:gdLst/>
            <a:ahLst/>
            <a:cxnLst/>
            <a:rect r="r" b="b" t="t" l="l"/>
            <a:pathLst>
              <a:path h="823727" w="9934140">
                <a:moveTo>
                  <a:pt x="0" y="0"/>
                </a:moveTo>
                <a:lnTo>
                  <a:pt x="9934139" y="0"/>
                </a:lnTo>
                <a:lnTo>
                  <a:pt x="9934139" y="823727"/>
                </a:lnTo>
                <a:lnTo>
                  <a:pt x="0" y="82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785" t="-784850" r="-2399" b="-282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3027" y="7927715"/>
            <a:ext cx="8904182" cy="2359285"/>
          </a:xfrm>
          <a:custGeom>
            <a:avLst/>
            <a:gdLst/>
            <a:ahLst/>
            <a:cxnLst/>
            <a:rect r="r" b="b" t="t" l="l"/>
            <a:pathLst>
              <a:path h="2359285" w="8904182">
                <a:moveTo>
                  <a:pt x="0" y="0"/>
                </a:moveTo>
                <a:lnTo>
                  <a:pt x="8904182" y="0"/>
                </a:lnTo>
                <a:lnTo>
                  <a:pt x="8904182" y="2359285"/>
                </a:lnTo>
                <a:lnTo>
                  <a:pt x="0" y="2359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690" t="-365005" r="-36306" b="-2813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KANBAN BOARD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109719" y="8059603"/>
            <a:ext cx="2560455" cy="2066708"/>
          </a:xfrm>
          <a:custGeom>
            <a:avLst/>
            <a:gdLst/>
            <a:ahLst/>
            <a:cxnLst/>
            <a:rect r="r" b="b" t="t" l="l"/>
            <a:pathLst>
              <a:path h="2066708" w="2560455">
                <a:moveTo>
                  <a:pt x="0" y="0"/>
                </a:moveTo>
                <a:lnTo>
                  <a:pt x="2560455" y="0"/>
                </a:lnTo>
                <a:lnTo>
                  <a:pt x="2560455" y="2066708"/>
                </a:lnTo>
                <a:lnTo>
                  <a:pt x="0" y="2066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6100" t="-407828" r="-24641" b="-37901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8503" y="2405474"/>
            <a:ext cx="10937292" cy="4758369"/>
          </a:xfrm>
          <a:custGeom>
            <a:avLst/>
            <a:gdLst/>
            <a:ahLst/>
            <a:cxnLst/>
            <a:rect r="r" b="b" t="t" l="l"/>
            <a:pathLst>
              <a:path h="4758369" w="10937292">
                <a:moveTo>
                  <a:pt x="0" y="0"/>
                </a:moveTo>
                <a:lnTo>
                  <a:pt x="10937292" y="0"/>
                </a:lnTo>
                <a:lnTo>
                  <a:pt x="10937292" y="4758369"/>
                </a:lnTo>
                <a:lnTo>
                  <a:pt x="0" y="4758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24" r="-167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19306"/>
            <a:ext cx="5063573" cy="7369930"/>
          </a:xfrm>
          <a:custGeom>
            <a:avLst/>
            <a:gdLst/>
            <a:ahLst/>
            <a:cxnLst/>
            <a:rect r="r" b="b" t="t" l="l"/>
            <a:pathLst>
              <a:path h="7369930" w="5063573">
                <a:moveTo>
                  <a:pt x="0" y="0"/>
                </a:moveTo>
                <a:lnTo>
                  <a:pt x="5063573" y="0"/>
                </a:lnTo>
                <a:lnTo>
                  <a:pt x="5063573" y="7369930"/>
                </a:lnTo>
                <a:lnTo>
                  <a:pt x="0" y="7369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057" r="-221946" b="-2040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29094" y="7197776"/>
            <a:ext cx="9934140" cy="823727"/>
          </a:xfrm>
          <a:custGeom>
            <a:avLst/>
            <a:gdLst/>
            <a:ahLst/>
            <a:cxnLst/>
            <a:rect r="r" b="b" t="t" l="l"/>
            <a:pathLst>
              <a:path h="823727" w="9934140">
                <a:moveTo>
                  <a:pt x="0" y="0"/>
                </a:moveTo>
                <a:lnTo>
                  <a:pt x="9934139" y="0"/>
                </a:lnTo>
                <a:lnTo>
                  <a:pt x="9934139" y="823727"/>
                </a:lnTo>
                <a:lnTo>
                  <a:pt x="0" y="82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785" t="-784850" r="-2399" b="-282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8503" y="7927715"/>
            <a:ext cx="8904182" cy="2359285"/>
          </a:xfrm>
          <a:custGeom>
            <a:avLst/>
            <a:gdLst/>
            <a:ahLst/>
            <a:cxnLst/>
            <a:rect r="r" b="b" t="t" l="l"/>
            <a:pathLst>
              <a:path h="2359285" w="8904182">
                <a:moveTo>
                  <a:pt x="0" y="0"/>
                </a:moveTo>
                <a:lnTo>
                  <a:pt x="8904182" y="0"/>
                </a:lnTo>
                <a:lnTo>
                  <a:pt x="8904182" y="2359285"/>
                </a:lnTo>
                <a:lnTo>
                  <a:pt x="0" y="2359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690" t="-365005" r="-36306" b="-2813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9719" y="8059603"/>
            <a:ext cx="2602027" cy="2100264"/>
          </a:xfrm>
          <a:custGeom>
            <a:avLst/>
            <a:gdLst/>
            <a:ahLst/>
            <a:cxnLst/>
            <a:rect r="r" b="b" t="t" l="l"/>
            <a:pathLst>
              <a:path h="2100264" w="2602027">
                <a:moveTo>
                  <a:pt x="0" y="0"/>
                </a:moveTo>
                <a:lnTo>
                  <a:pt x="2602028" y="0"/>
                </a:lnTo>
                <a:lnTo>
                  <a:pt x="2602028" y="2100264"/>
                </a:lnTo>
                <a:lnTo>
                  <a:pt x="0" y="2100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6100" t="-407828" r="-24641" b="-3790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MANAGEMENT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74119" y="2540783"/>
            <a:ext cx="11463763" cy="5028244"/>
          </a:xfrm>
          <a:custGeom>
            <a:avLst/>
            <a:gdLst/>
            <a:ahLst/>
            <a:cxnLst/>
            <a:rect r="r" b="b" t="t" l="l"/>
            <a:pathLst>
              <a:path h="5028244" w="11463763">
                <a:moveTo>
                  <a:pt x="0" y="0"/>
                </a:moveTo>
                <a:lnTo>
                  <a:pt x="11463763" y="0"/>
                </a:lnTo>
                <a:lnTo>
                  <a:pt x="11463763" y="5028244"/>
                </a:lnTo>
                <a:lnTo>
                  <a:pt x="0" y="5028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1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900" y="1948351"/>
            <a:ext cx="4889850" cy="7309949"/>
          </a:xfrm>
          <a:custGeom>
            <a:avLst/>
            <a:gdLst/>
            <a:ahLst/>
            <a:cxnLst/>
            <a:rect r="r" b="b" t="t" l="l"/>
            <a:pathLst>
              <a:path h="7309949" w="4889850">
                <a:moveTo>
                  <a:pt x="0" y="0"/>
                </a:moveTo>
                <a:lnTo>
                  <a:pt x="4889850" y="0"/>
                </a:lnTo>
                <a:lnTo>
                  <a:pt x="4889850" y="7309949"/>
                </a:lnTo>
                <a:lnTo>
                  <a:pt x="0" y="730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629" r="-229081" b="-2312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52702" y="7569027"/>
            <a:ext cx="11306598" cy="3240510"/>
          </a:xfrm>
          <a:custGeom>
            <a:avLst/>
            <a:gdLst/>
            <a:ahLst/>
            <a:cxnLst/>
            <a:rect r="r" b="b" t="t" l="l"/>
            <a:pathLst>
              <a:path h="3240510" w="11306598">
                <a:moveTo>
                  <a:pt x="0" y="0"/>
                </a:moveTo>
                <a:lnTo>
                  <a:pt x="11306598" y="0"/>
                </a:lnTo>
                <a:lnTo>
                  <a:pt x="11306598" y="3240511"/>
                </a:lnTo>
                <a:lnTo>
                  <a:pt x="0" y="3240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218" t="-238059" r="-311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AI ASSISTANT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17100" y="2077013"/>
            <a:ext cx="12149556" cy="5129337"/>
          </a:xfrm>
          <a:custGeom>
            <a:avLst/>
            <a:gdLst/>
            <a:ahLst/>
            <a:cxnLst/>
            <a:rect r="r" b="b" t="t" l="l"/>
            <a:pathLst>
              <a:path h="5129337" w="12149556">
                <a:moveTo>
                  <a:pt x="0" y="0"/>
                </a:moveTo>
                <a:lnTo>
                  <a:pt x="12149557" y="0"/>
                </a:lnTo>
                <a:lnTo>
                  <a:pt x="12149557" y="5129337"/>
                </a:lnTo>
                <a:lnTo>
                  <a:pt x="0" y="5129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08" r="0" b="-21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14" y="2077013"/>
            <a:ext cx="4470463" cy="6644419"/>
          </a:xfrm>
          <a:custGeom>
            <a:avLst/>
            <a:gdLst/>
            <a:ahLst/>
            <a:cxnLst/>
            <a:rect r="r" b="b" t="t" l="l"/>
            <a:pathLst>
              <a:path h="6644419" w="4470463">
                <a:moveTo>
                  <a:pt x="0" y="0"/>
                </a:moveTo>
                <a:lnTo>
                  <a:pt x="4470464" y="0"/>
                </a:lnTo>
                <a:lnTo>
                  <a:pt x="4470464" y="6644419"/>
                </a:lnTo>
                <a:lnTo>
                  <a:pt x="0" y="6644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508" r="-251200" b="-320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4809" y="7206350"/>
            <a:ext cx="9934140" cy="823727"/>
          </a:xfrm>
          <a:custGeom>
            <a:avLst/>
            <a:gdLst/>
            <a:ahLst/>
            <a:cxnLst/>
            <a:rect r="r" b="b" t="t" l="l"/>
            <a:pathLst>
              <a:path h="823727" w="9934140">
                <a:moveTo>
                  <a:pt x="0" y="0"/>
                </a:moveTo>
                <a:lnTo>
                  <a:pt x="9934139" y="0"/>
                </a:lnTo>
                <a:lnTo>
                  <a:pt x="9934139" y="823727"/>
                </a:lnTo>
                <a:lnTo>
                  <a:pt x="0" y="823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785" t="-784850" r="-2399" b="-282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81050" y="7949300"/>
            <a:ext cx="9821657" cy="2593587"/>
          </a:xfrm>
          <a:custGeom>
            <a:avLst/>
            <a:gdLst/>
            <a:ahLst/>
            <a:cxnLst/>
            <a:rect r="r" b="b" t="t" l="l"/>
            <a:pathLst>
              <a:path h="2593587" w="9821657">
                <a:moveTo>
                  <a:pt x="0" y="0"/>
                </a:moveTo>
                <a:lnTo>
                  <a:pt x="9821657" y="0"/>
                </a:lnTo>
                <a:lnTo>
                  <a:pt x="9821657" y="2593587"/>
                </a:lnTo>
                <a:lnTo>
                  <a:pt x="0" y="2593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003" t="-341270" r="-32937" b="-1300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SETTINGS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9387" y="1994252"/>
            <a:ext cx="12038948" cy="5216166"/>
          </a:xfrm>
          <a:custGeom>
            <a:avLst/>
            <a:gdLst/>
            <a:ahLst/>
            <a:cxnLst/>
            <a:rect r="r" b="b" t="t" l="l"/>
            <a:pathLst>
              <a:path h="5216166" w="12038948">
                <a:moveTo>
                  <a:pt x="0" y="0"/>
                </a:moveTo>
                <a:lnTo>
                  <a:pt x="12038949" y="0"/>
                </a:lnTo>
                <a:lnTo>
                  <a:pt x="12038949" y="5216166"/>
                </a:lnTo>
                <a:lnTo>
                  <a:pt x="0" y="521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1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41792" y="7251896"/>
            <a:ext cx="9934140" cy="823727"/>
          </a:xfrm>
          <a:custGeom>
            <a:avLst/>
            <a:gdLst/>
            <a:ahLst/>
            <a:cxnLst/>
            <a:rect r="r" b="b" t="t" l="l"/>
            <a:pathLst>
              <a:path h="823727" w="9934140">
                <a:moveTo>
                  <a:pt x="0" y="0"/>
                </a:moveTo>
                <a:lnTo>
                  <a:pt x="9934139" y="0"/>
                </a:lnTo>
                <a:lnTo>
                  <a:pt x="9934139" y="823727"/>
                </a:lnTo>
                <a:lnTo>
                  <a:pt x="0" y="823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785" t="-784850" r="-2399" b="-2824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98033" y="7961507"/>
            <a:ext cx="9821657" cy="2593587"/>
          </a:xfrm>
          <a:custGeom>
            <a:avLst/>
            <a:gdLst/>
            <a:ahLst/>
            <a:cxnLst/>
            <a:rect r="r" b="b" t="t" l="l"/>
            <a:pathLst>
              <a:path h="2593587" w="9821657">
                <a:moveTo>
                  <a:pt x="0" y="0"/>
                </a:moveTo>
                <a:lnTo>
                  <a:pt x="9821657" y="0"/>
                </a:lnTo>
                <a:lnTo>
                  <a:pt x="9821657" y="2593586"/>
                </a:lnTo>
                <a:lnTo>
                  <a:pt x="0" y="259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003" t="-341270" r="-32937" b="-1300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994252"/>
            <a:ext cx="4404864" cy="6391593"/>
          </a:xfrm>
          <a:custGeom>
            <a:avLst/>
            <a:gdLst/>
            <a:ahLst/>
            <a:cxnLst/>
            <a:rect r="r" b="b" t="t" l="l"/>
            <a:pathLst>
              <a:path h="6391593" w="4404864">
                <a:moveTo>
                  <a:pt x="0" y="0"/>
                </a:moveTo>
                <a:lnTo>
                  <a:pt x="4404864" y="0"/>
                </a:lnTo>
                <a:lnTo>
                  <a:pt x="4404864" y="6391594"/>
                </a:lnTo>
                <a:lnTo>
                  <a:pt x="0" y="639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265" r="-240715" b="-33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SETTINGS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07889" y="2282904"/>
            <a:ext cx="11327662" cy="5096080"/>
          </a:xfrm>
          <a:custGeom>
            <a:avLst/>
            <a:gdLst/>
            <a:ahLst/>
            <a:cxnLst/>
            <a:rect r="r" b="b" t="t" l="l"/>
            <a:pathLst>
              <a:path h="5096080" w="11327662">
                <a:moveTo>
                  <a:pt x="0" y="0"/>
                </a:moveTo>
                <a:lnTo>
                  <a:pt x="11327662" y="0"/>
                </a:lnTo>
                <a:lnTo>
                  <a:pt x="11327662" y="5096081"/>
                </a:lnTo>
                <a:lnTo>
                  <a:pt x="0" y="5096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5" r="-288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7419" y="1812175"/>
            <a:ext cx="4732262" cy="7235141"/>
          </a:xfrm>
          <a:custGeom>
            <a:avLst/>
            <a:gdLst/>
            <a:ahLst/>
            <a:cxnLst/>
            <a:rect r="r" b="b" t="t" l="l"/>
            <a:pathLst>
              <a:path h="7235141" w="4732262">
                <a:moveTo>
                  <a:pt x="0" y="0"/>
                </a:moveTo>
                <a:lnTo>
                  <a:pt x="4732262" y="0"/>
                </a:lnTo>
                <a:lnTo>
                  <a:pt x="4732262" y="7235142"/>
                </a:lnTo>
                <a:lnTo>
                  <a:pt x="0" y="7235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423" r="-226357" b="-2488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73607" y="7585357"/>
            <a:ext cx="10196225" cy="2701643"/>
          </a:xfrm>
          <a:custGeom>
            <a:avLst/>
            <a:gdLst/>
            <a:ahLst/>
            <a:cxnLst/>
            <a:rect r="r" b="b" t="t" l="l"/>
            <a:pathLst>
              <a:path h="2701643" w="10196225">
                <a:moveTo>
                  <a:pt x="0" y="0"/>
                </a:moveTo>
                <a:lnTo>
                  <a:pt x="10196226" y="0"/>
                </a:lnTo>
                <a:lnTo>
                  <a:pt x="10196226" y="2701643"/>
                </a:lnTo>
                <a:lnTo>
                  <a:pt x="0" y="2701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68" t="-261197" r="-4862" b="-1905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2201"/>
            <a:ext cx="892137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SETTINGS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815" y="5302932"/>
            <a:ext cx="6591664" cy="2432944"/>
          </a:xfrm>
          <a:custGeom>
            <a:avLst/>
            <a:gdLst/>
            <a:ahLst/>
            <a:cxnLst/>
            <a:rect r="r" b="b" t="t" l="l"/>
            <a:pathLst>
              <a:path h="2432944" w="6591664">
                <a:moveTo>
                  <a:pt x="0" y="0"/>
                </a:moveTo>
                <a:lnTo>
                  <a:pt x="6591665" y="0"/>
                </a:lnTo>
                <a:lnTo>
                  <a:pt x="6591665" y="2432944"/>
                </a:lnTo>
                <a:lnTo>
                  <a:pt x="0" y="243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7" t="-68904" r="-14812" b="-664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815" y="1993770"/>
            <a:ext cx="5652277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6"/>
              </a:lnSpc>
            </a:pPr>
            <a:r>
              <a:rPr lang="en-US" sz="1045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4AA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name="AutoShape 4" id="4"/>
          <p:cNvSpPr/>
          <p:nvPr/>
        </p:nvSpPr>
        <p:spPr>
          <a:xfrm>
            <a:off x="991870" y="4217490"/>
            <a:ext cx="5047545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7588905" y="198674"/>
            <a:ext cx="10373138" cy="1728944"/>
            <a:chOff x="0" y="0"/>
            <a:chExt cx="2732020" cy="45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5578" y="-2827677"/>
            <a:ext cx="3852747" cy="38527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36869" y="8784038"/>
            <a:ext cx="3852747" cy="38527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55249" y="7667731"/>
            <a:ext cx="3852747" cy="3700347"/>
            <a:chOff x="0" y="0"/>
            <a:chExt cx="812800" cy="7806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80649"/>
            </a:xfrm>
            <a:custGeom>
              <a:avLst/>
              <a:gdLst/>
              <a:ahLst/>
              <a:cxnLst/>
              <a:rect r="r" b="b" t="t" l="l"/>
              <a:pathLst>
                <a:path h="780649" w="812800">
                  <a:moveTo>
                    <a:pt x="406400" y="0"/>
                  </a:moveTo>
                  <a:cubicBezTo>
                    <a:pt x="181951" y="0"/>
                    <a:pt x="0" y="174754"/>
                    <a:pt x="0" y="390324"/>
                  </a:cubicBezTo>
                  <a:cubicBezTo>
                    <a:pt x="0" y="605895"/>
                    <a:pt x="181951" y="780649"/>
                    <a:pt x="406400" y="780649"/>
                  </a:cubicBezTo>
                  <a:cubicBezTo>
                    <a:pt x="630849" y="780649"/>
                    <a:pt x="812800" y="605895"/>
                    <a:pt x="812800" y="390324"/>
                  </a:cubicBezTo>
                  <a:cubicBezTo>
                    <a:pt x="812800" y="17475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5086"/>
              <a:ext cx="660400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8905" y="2203320"/>
            <a:ext cx="10373138" cy="1728944"/>
            <a:chOff x="0" y="0"/>
            <a:chExt cx="2732020" cy="45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88905" y="4207965"/>
            <a:ext cx="10373138" cy="1728944"/>
            <a:chOff x="0" y="0"/>
            <a:chExt cx="2732020" cy="45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88905" y="6212611"/>
            <a:ext cx="10373138" cy="1728944"/>
            <a:chOff x="0" y="0"/>
            <a:chExt cx="2732020" cy="45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88905" y="8217256"/>
            <a:ext cx="10373138" cy="1728944"/>
            <a:chOff x="0" y="0"/>
            <a:chExt cx="2732020" cy="45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25093" y="401787"/>
            <a:ext cx="1242707" cy="1322717"/>
            <a:chOff x="0" y="0"/>
            <a:chExt cx="327297" cy="348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25093" y="2408998"/>
            <a:ext cx="1242707" cy="1322717"/>
            <a:chOff x="0" y="0"/>
            <a:chExt cx="327297" cy="3483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25093" y="4418038"/>
            <a:ext cx="1242707" cy="1322717"/>
            <a:chOff x="0" y="0"/>
            <a:chExt cx="327297" cy="348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25093" y="6413159"/>
            <a:ext cx="1242707" cy="1322717"/>
            <a:chOff x="0" y="0"/>
            <a:chExt cx="327297" cy="3483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25093" y="8427329"/>
            <a:ext cx="1242707" cy="1322717"/>
            <a:chOff x="0" y="0"/>
            <a:chExt cx="327297" cy="3483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9453453" y="661208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V="true">
            <a:off x="17373735" y="1002422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6" id="46"/>
          <p:cNvSpPr/>
          <p:nvPr/>
        </p:nvSpPr>
        <p:spPr>
          <a:xfrm flipV="true">
            <a:off x="9462978" y="8547388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7" id="47"/>
          <p:cNvSpPr/>
          <p:nvPr/>
        </p:nvSpPr>
        <p:spPr>
          <a:xfrm flipV="true">
            <a:off x="9443928" y="4602200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8" id="48"/>
          <p:cNvSpPr/>
          <p:nvPr/>
        </p:nvSpPr>
        <p:spPr>
          <a:xfrm flipV="true">
            <a:off x="9491553" y="2529056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9" id="49"/>
          <p:cNvSpPr/>
          <p:nvPr/>
        </p:nvSpPr>
        <p:spPr>
          <a:xfrm flipV="true">
            <a:off x="9482028" y="521846"/>
            <a:ext cx="0" cy="1082600"/>
          </a:xfrm>
          <a:prstGeom prst="line">
            <a:avLst/>
          </a:prstGeom>
          <a:ln cap="flat" w="19050">
            <a:solidFill>
              <a:srgbClr val="064D6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2446762" y="996495"/>
            <a:ext cx="2707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Solutions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 (AI-Sprint)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9742" y="335112"/>
            <a:ext cx="35773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91603" y="1000125"/>
            <a:ext cx="23260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83339" y="1020445"/>
            <a:ext cx="2163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 Diagram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41662" y="2406916"/>
            <a:ext cx="30338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91603" y="3075571"/>
            <a:ext cx="24133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41662" y="4405159"/>
            <a:ext cx="50329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Implementation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15403" y="5073814"/>
            <a:ext cx="177988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70028" y="5073814"/>
            <a:ext cx="230455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517532" y="5050822"/>
            <a:ext cx="188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9742" y="6413159"/>
            <a:ext cx="46827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Results &amp; Future Work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91603" y="7048507"/>
            <a:ext cx="187037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/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19742" y="8417804"/>
            <a:ext cx="22919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891603" y="9057884"/>
            <a:ext cx="145643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7373735" y="45152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7373735" y="247359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373735" y="4441563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7376594" y="6519404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3812" y="2527688"/>
            <a:ext cx="17580375" cy="5231625"/>
          </a:xfrm>
          <a:custGeom>
            <a:avLst/>
            <a:gdLst/>
            <a:ahLst/>
            <a:cxnLst/>
            <a:rect r="r" b="b" t="t" l="l"/>
            <a:pathLst>
              <a:path h="5231625" w="17580375">
                <a:moveTo>
                  <a:pt x="0" y="0"/>
                </a:moveTo>
                <a:lnTo>
                  <a:pt x="17580376" y="0"/>
                </a:lnTo>
                <a:lnTo>
                  <a:pt x="17580376" y="5231624"/>
                </a:lnTo>
                <a:lnTo>
                  <a:pt x="0" y="5231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0" t="-43541" r="-2090" b="-315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45147"/>
            <a:ext cx="6111420" cy="108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8"/>
              </a:lnSpc>
            </a:pPr>
            <a:r>
              <a:rPr lang="en-US" sz="7200" b="true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7979" y="567261"/>
            <a:ext cx="13752042" cy="10016761"/>
          </a:xfrm>
          <a:custGeom>
            <a:avLst/>
            <a:gdLst/>
            <a:ahLst/>
            <a:cxnLst/>
            <a:rect r="r" b="b" t="t" l="l"/>
            <a:pathLst>
              <a:path h="10016761" w="13752042">
                <a:moveTo>
                  <a:pt x="0" y="0"/>
                </a:moveTo>
                <a:lnTo>
                  <a:pt x="13752042" y="0"/>
                </a:lnTo>
                <a:lnTo>
                  <a:pt x="13752042" y="10016761"/>
                </a:lnTo>
                <a:lnTo>
                  <a:pt x="0" y="10016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4" t="0" r="-59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67261"/>
            <a:ext cx="6111420" cy="9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4815" y="5302932"/>
            <a:ext cx="6591664" cy="2432944"/>
          </a:xfrm>
          <a:custGeom>
            <a:avLst/>
            <a:gdLst/>
            <a:ahLst/>
            <a:cxnLst/>
            <a:rect r="r" b="b" t="t" l="l"/>
            <a:pathLst>
              <a:path h="2432944" w="6591664">
                <a:moveTo>
                  <a:pt x="0" y="0"/>
                </a:moveTo>
                <a:lnTo>
                  <a:pt x="6591665" y="0"/>
                </a:lnTo>
                <a:lnTo>
                  <a:pt x="6591665" y="2432944"/>
                </a:lnTo>
                <a:lnTo>
                  <a:pt x="0" y="2432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97" t="-68904" r="-14812" b="-664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4815" y="1993770"/>
            <a:ext cx="5652277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6"/>
              </a:lnSpc>
            </a:pPr>
            <a:r>
              <a:rPr lang="en-US" sz="10454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4AA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AN Headline"/>
                <a:ea typeface="TAN Headline"/>
                <a:cs typeface="TAN Headline"/>
                <a:sym typeface="TAN Headline"/>
              </a:rPr>
              <a:t>Agenda</a:t>
            </a:r>
          </a:p>
        </p:txBody>
      </p:sp>
      <p:sp>
        <p:nvSpPr>
          <p:cNvPr name="AutoShape 4" id="4"/>
          <p:cNvSpPr/>
          <p:nvPr/>
        </p:nvSpPr>
        <p:spPr>
          <a:xfrm>
            <a:off x="991870" y="4217490"/>
            <a:ext cx="5047545" cy="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7588905" y="198674"/>
            <a:ext cx="10373138" cy="1728944"/>
            <a:chOff x="0" y="0"/>
            <a:chExt cx="2732020" cy="45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5578" y="-2827677"/>
            <a:ext cx="3852747" cy="38527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236869" y="8784038"/>
            <a:ext cx="3852747" cy="38527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55249" y="7667731"/>
            <a:ext cx="3852747" cy="3700347"/>
            <a:chOff x="0" y="0"/>
            <a:chExt cx="812800" cy="7806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80649"/>
            </a:xfrm>
            <a:custGeom>
              <a:avLst/>
              <a:gdLst/>
              <a:ahLst/>
              <a:cxnLst/>
              <a:rect r="r" b="b" t="t" l="l"/>
              <a:pathLst>
                <a:path h="780649" w="812800">
                  <a:moveTo>
                    <a:pt x="406400" y="0"/>
                  </a:moveTo>
                  <a:cubicBezTo>
                    <a:pt x="181951" y="0"/>
                    <a:pt x="0" y="174754"/>
                    <a:pt x="0" y="390324"/>
                  </a:cubicBezTo>
                  <a:cubicBezTo>
                    <a:pt x="0" y="605895"/>
                    <a:pt x="181951" y="780649"/>
                    <a:pt x="406400" y="780649"/>
                  </a:cubicBezTo>
                  <a:cubicBezTo>
                    <a:pt x="630849" y="780649"/>
                    <a:pt x="812800" y="605895"/>
                    <a:pt x="812800" y="390324"/>
                  </a:cubicBezTo>
                  <a:cubicBezTo>
                    <a:pt x="812800" y="17475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5086"/>
              <a:ext cx="660400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8905" y="2203320"/>
            <a:ext cx="10373138" cy="1728944"/>
            <a:chOff x="0" y="0"/>
            <a:chExt cx="2732020" cy="45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88905" y="4207965"/>
            <a:ext cx="10373138" cy="1728944"/>
            <a:chOff x="0" y="0"/>
            <a:chExt cx="2732020" cy="45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88905" y="6212611"/>
            <a:ext cx="10373138" cy="1728944"/>
            <a:chOff x="0" y="0"/>
            <a:chExt cx="2732020" cy="45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88905" y="8217256"/>
            <a:ext cx="10373138" cy="1728944"/>
            <a:chOff x="0" y="0"/>
            <a:chExt cx="2732020" cy="45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32020" cy="455360"/>
            </a:xfrm>
            <a:custGeom>
              <a:avLst/>
              <a:gdLst/>
              <a:ahLst/>
              <a:cxnLst/>
              <a:rect r="r" b="b" t="t" l="l"/>
              <a:pathLst>
                <a:path h="455360" w="2732020">
                  <a:moveTo>
                    <a:pt x="29854" y="0"/>
                  </a:moveTo>
                  <a:lnTo>
                    <a:pt x="2702166" y="0"/>
                  </a:lnTo>
                  <a:cubicBezTo>
                    <a:pt x="2718654" y="0"/>
                    <a:pt x="2732020" y="13366"/>
                    <a:pt x="2732020" y="29854"/>
                  </a:cubicBezTo>
                  <a:lnTo>
                    <a:pt x="2732020" y="425506"/>
                  </a:lnTo>
                  <a:cubicBezTo>
                    <a:pt x="2732020" y="433424"/>
                    <a:pt x="2728875" y="441017"/>
                    <a:pt x="2723276" y="446616"/>
                  </a:cubicBezTo>
                  <a:cubicBezTo>
                    <a:pt x="2717677" y="452214"/>
                    <a:pt x="2710084" y="455360"/>
                    <a:pt x="2702166" y="455360"/>
                  </a:cubicBezTo>
                  <a:lnTo>
                    <a:pt x="29854" y="455360"/>
                  </a:lnTo>
                  <a:cubicBezTo>
                    <a:pt x="13366" y="455360"/>
                    <a:pt x="0" y="441994"/>
                    <a:pt x="0" y="425506"/>
                  </a:cubicBezTo>
                  <a:lnTo>
                    <a:pt x="0" y="29854"/>
                  </a:lnTo>
                  <a:cubicBezTo>
                    <a:pt x="0" y="13366"/>
                    <a:pt x="13366" y="0"/>
                    <a:pt x="2985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732020" cy="493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25093" y="401787"/>
            <a:ext cx="1242707" cy="1322717"/>
            <a:chOff x="0" y="0"/>
            <a:chExt cx="327297" cy="348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25093" y="2408998"/>
            <a:ext cx="1242707" cy="1322717"/>
            <a:chOff x="0" y="0"/>
            <a:chExt cx="327297" cy="3483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25093" y="4418038"/>
            <a:ext cx="1242707" cy="1322717"/>
            <a:chOff x="0" y="0"/>
            <a:chExt cx="327297" cy="3483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25093" y="6413159"/>
            <a:ext cx="1242707" cy="1322717"/>
            <a:chOff x="0" y="0"/>
            <a:chExt cx="327297" cy="3483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25093" y="8427329"/>
            <a:ext cx="1242707" cy="1322717"/>
            <a:chOff x="0" y="0"/>
            <a:chExt cx="327297" cy="34837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7297" cy="348370"/>
            </a:xfrm>
            <a:custGeom>
              <a:avLst/>
              <a:gdLst/>
              <a:ahLst/>
              <a:cxnLst/>
              <a:rect r="r" b="b" t="t" l="l"/>
              <a:pathLst>
                <a:path h="348370" w="327297">
                  <a:moveTo>
                    <a:pt x="118368" y="0"/>
                  </a:moveTo>
                  <a:lnTo>
                    <a:pt x="208929" y="0"/>
                  </a:lnTo>
                  <a:cubicBezTo>
                    <a:pt x="274302" y="0"/>
                    <a:pt x="327297" y="52995"/>
                    <a:pt x="327297" y="118368"/>
                  </a:cubicBezTo>
                  <a:lnTo>
                    <a:pt x="327297" y="230002"/>
                  </a:lnTo>
                  <a:cubicBezTo>
                    <a:pt x="327297" y="295375"/>
                    <a:pt x="274302" y="348370"/>
                    <a:pt x="208929" y="348370"/>
                  </a:cubicBezTo>
                  <a:lnTo>
                    <a:pt x="118368" y="348370"/>
                  </a:lnTo>
                  <a:cubicBezTo>
                    <a:pt x="52995" y="348370"/>
                    <a:pt x="0" y="295375"/>
                    <a:pt x="0" y="230002"/>
                  </a:cubicBezTo>
                  <a:lnTo>
                    <a:pt x="0" y="118368"/>
                  </a:lnTo>
                  <a:cubicBezTo>
                    <a:pt x="0" y="52995"/>
                    <a:pt x="52995" y="0"/>
                    <a:pt x="118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5000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327297" cy="45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420"/>
                </a:lnSpc>
              </a:pPr>
              <a:r>
                <a:rPr lang="en-US" b="true" sz="53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9453453" y="661208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5" id="45"/>
          <p:cNvSpPr/>
          <p:nvPr/>
        </p:nvSpPr>
        <p:spPr>
          <a:xfrm flipV="true">
            <a:off x="17373735" y="10024221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6" id="46"/>
          <p:cNvSpPr/>
          <p:nvPr/>
        </p:nvSpPr>
        <p:spPr>
          <a:xfrm flipV="true">
            <a:off x="9462978" y="8547388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7" id="47"/>
          <p:cNvSpPr/>
          <p:nvPr/>
        </p:nvSpPr>
        <p:spPr>
          <a:xfrm flipV="true">
            <a:off x="9443928" y="4602200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8" id="48"/>
          <p:cNvSpPr/>
          <p:nvPr/>
        </p:nvSpPr>
        <p:spPr>
          <a:xfrm flipV="true">
            <a:off x="9491553" y="2529056"/>
            <a:ext cx="0" cy="1082600"/>
          </a:xfrm>
          <a:prstGeom prst="line">
            <a:avLst/>
          </a:prstGeom>
          <a:ln cap="flat" w="19050">
            <a:solidFill>
              <a:srgbClr val="B4B4B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49" id="49"/>
          <p:cNvSpPr/>
          <p:nvPr/>
        </p:nvSpPr>
        <p:spPr>
          <a:xfrm flipV="true">
            <a:off x="9482028" y="521846"/>
            <a:ext cx="0" cy="1082600"/>
          </a:xfrm>
          <a:prstGeom prst="line">
            <a:avLst/>
          </a:prstGeom>
          <a:ln cap="flat" w="19050">
            <a:solidFill>
              <a:srgbClr val="064D6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2446762" y="996495"/>
            <a:ext cx="2707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Solutions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 (AI-Sprint)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19742" y="335112"/>
            <a:ext cx="357733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91603" y="1000125"/>
            <a:ext cx="232608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83339" y="1020445"/>
            <a:ext cx="216301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 Case Diagram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41662" y="2406916"/>
            <a:ext cx="30338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91603" y="3075571"/>
            <a:ext cx="241334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41662" y="4405159"/>
            <a:ext cx="50329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Implementation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15403" y="5073814"/>
            <a:ext cx="177988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 Board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70028" y="5073814"/>
            <a:ext cx="2304554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Assistant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Management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517532" y="5050822"/>
            <a:ext cx="188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Settings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9742" y="6413159"/>
            <a:ext cx="468277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&amp; Future Work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91603" y="7048507"/>
            <a:ext cx="1870373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 / Demo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B4B4B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719742" y="8417804"/>
            <a:ext cx="229195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891603" y="9057884"/>
            <a:ext cx="145643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7373735" y="45152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7398720" y="2400919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7376594" y="4441563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7398720" y="6407162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7376594" y="8386751"/>
            <a:ext cx="339528" cy="321274"/>
          </a:xfrm>
          <a:custGeom>
            <a:avLst/>
            <a:gdLst/>
            <a:ahLst/>
            <a:cxnLst/>
            <a:rect r="r" b="b" t="t" l="l"/>
            <a:pathLst>
              <a:path h="321274" w="339528">
                <a:moveTo>
                  <a:pt x="0" y="0"/>
                </a:moveTo>
                <a:lnTo>
                  <a:pt x="339528" y="0"/>
                </a:lnTo>
                <a:lnTo>
                  <a:pt x="339528" y="321274"/>
                </a:lnTo>
                <a:lnTo>
                  <a:pt x="0" y="321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68171">
            <a:off x="8990179" y="3362764"/>
            <a:ext cx="8325708" cy="7947266"/>
          </a:xfrm>
          <a:custGeom>
            <a:avLst/>
            <a:gdLst/>
            <a:ahLst/>
            <a:cxnLst/>
            <a:rect r="r" b="b" t="t" l="l"/>
            <a:pathLst>
              <a:path h="7947266" w="8325708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92736" y="-6940192"/>
            <a:ext cx="9460517" cy="946051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28700"/>
            <a:ext cx="6111420" cy="92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6"/>
              </a:lnSpc>
            </a:pPr>
            <a:r>
              <a:rPr lang="en-US" b="true" sz="6061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88081" y="3495558"/>
            <a:ext cx="12711838" cy="393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AI-Sprint successfully integrates task management, sprint tracking, team collaboration, and AI-powered assistance into a single platform. By combining agile project management with Gemini AI, the system helps development teams work more efficiently, improve collaboration, and accelerate decision-making through smart task generation and project insights.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77703" y="3366867"/>
            <a:ext cx="9460517" cy="94605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68318" y="-2824047"/>
            <a:ext cx="3852747" cy="38527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92181" y="-648104"/>
            <a:ext cx="5791604" cy="579160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72225" y="2877365"/>
            <a:ext cx="11213318" cy="655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12"/>
              </a:lnSpc>
            </a:pPr>
            <a:r>
              <a:rPr lang="en-US" b="true" sz="22671">
                <a:gradFill>
                  <a:gsLst>
                    <a:gs pos="0">
                      <a:srgbClr val="69A9FF">
                        <a:alpha val="100000"/>
                      </a:srgbClr>
                    </a:gs>
                    <a:gs pos="50000">
                      <a:srgbClr val="000000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DAHNwxbsSjI</dc:identifier>
  <dcterms:modified xsi:type="dcterms:W3CDTF">2011-08-01T06:04:30Z</dcterms:modified>
  <cp:revision>1</cp:revision>
  <dc:title>Blue Modern Minimalist Website Development Project Presentation</dc:title>
</cp:coreProperties>
</file>